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9" r:id="rId6"/>
    <p:sldId id="261" r:id="rId7"/>
    <p:sldId id="271" r:id="rId8"/>
    <p:sldId id="266" r:id="rId9"/>
    <p:sldId id="268" r:id="rId10"/>
    <p:sldId id="270" r:id="rId11"/>
    <p:sldId id="273" r:id="rId12"/>
    <p:sldId id="263" r:id="rId13"/>
    <p:sldId id="272" r:id="rId14"/>
    <p:sldId id="264" r:id="rId15"/>
    <p:sldId id="265" r:id="rId16"/>
  </p:sldIdLst>
  <p:sldSz cx="18288000" cy="10287000"/>
  <p:notesSz cx="6858000" cy="9144000"/>
  <p:embeddedFontLst>
    <p:embeddedFont>
      <p:font typeface="Baloo Chettan" panose="020B0604020202020204" charset="0"/>
      <p:regular r:id="rId17"/>
    </p:embeddedFont>
    <p:embeddedFont>
      <p:font typeface="IBM Plex Sans Thai" panose="020B0604020202020204" charset="-3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CD0BDF-69FE-4047-A1C8-7599F039898F}" v="40" dt="2026-05-01T14:08:22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ka Shende" userId="94873d88b0cb10d1" providerId="LiveId" clId="{FF297ECE-2C27-4ABC-82BC-A05A201A2AA1}"/>
    <pc:docChg chg="undo custSel addSld delSld modSld sldOrd">
      <pc:chgData name="Anushka Shende" userId="94873d88b0cb10d1" providerId="LiveId" clId="{FF297ECE-2C27-4ABC-82BC-A05A201A2AA1}" dt="2026-05-02T06:53:27.949" v="833" actId="1076"/>
      <pc:docMkLst>
        <pc:docMk/>
      </pc:docMkLst>
      <pc:sldChg chg="addSp delSp modSp mod modAnim">
        <pc:chgData name="Anushka Shende" userId="94873d88b0cb10d1" providerId="LiveId" clId="{FF297ECE-2C27-4ABC-82BC-A05A201A2AA1}" dt="2026-05-01T14:08:22.062" v="818"/>
        <pc:sldMkLst>
          <pc:docMk/>
          <pc:sldMk cId="0" sldId="256"/>
        </pc:sldMkLst>
        <pc:spChg chg="del">
          <ac:chgData name="Anushka Shende" userId="94873d88b0cb10d1" providerId="LiveId" clId="{FF297ECE-2C27-4ABC-82BC-A05A201A2AA1}" dt="2026-05-01T13:58:58.465" v="779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Anushka Shende" userId="94873d88b0cb10d1" providerId="LiveId" clId="{FF297ECE-2C27-4ABC-82BC-A05A201A2AA1}" dt="2026-05-01T13:58:16.319" v="769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Anushka Shende" userId="94873d88b0cb10d1" providerId="LiveId" clId="{FF297ECE-2C27-4ABC-82BC-A05A201A2AA1}" dt="2026-05-01T13:35:55.965" v="605" actId="1076"/>
          <ac:spMkLst>
            <pc:docMk/>
            <pc:sldMk cId="0" sldId="256"/>
            <ac:spMk id="13" creationId="{00000000-0000-0000-0000-000000000000}"/>
          </ac:spMkLst>
        </pc:spChg>
        <pc:grpChg chg="add mod">
          <ac:chgData name="Anushka Shende" userId="94873d88b0cb10d1" providerId="LiveId" clId="{FF297ECE-2C27-4ABC-82BC-A05A201A2AA1}" dt="2026-05-01T13:59:01.556" v="780" actId="1076"/>
          <ac:grpSpMkLst>
            <pc:docMk/>
            <pc:sldMk cId="0" sldId="256"/>
            <ac:grpSpMk id="19" creationId="{6E12616F-3092-A209-C733-6B36FF235426}"/>
          </ac:grpSpMkLst>
        </pc:grpChg>
        <pc:picChg chg="mod">
          <ac:chgData name="Anushka Shende" userId="94873d88b0cb10d1" providerId="LiveId" clId="{FF297ECE-2C27-4ABC-82BC-A05A201A2AA1}" dt="2026-05-01T13:58:53.068" v="778" actId="1076"/>
          <ac:picMkLst>
            <pc:docMk/>
            <pc:sldMk cId="0" sldId="256"/>
            <ac:picMk id="15" creationId="{36FF7D37-0723-7DAE-14A0-E1A405A0539F}"/>
          </ac:picMkLst>
        </pc:picChg>
        <pc:picChg chg="mod">
          <ac:chgData name="Anushka Shende" userId="94873d88b0cb10d1" providerId="LiveId" clId="{FF297ECE-2C27-4ABC-82BC-A05A201A2AA1}" dt="2026-05-01T13:59:06.760" v="781" actId="1076"/>
          <ac:picMkLst>
            <pc:docMk/>
            <pc:sldMk cId="0" sldId="256"/>
            <ac:picMk id="18" creationId="{E3B33B62-D3FD-DFD8-AAEA-31268072F725}"/>
          </ac:picMkLst>
        </pc:picChg>
      </pc:sldChg>
      <pc:sldChg chg="addSp delSp modSp mod ord">
        <pc:chgData name="Anushka Shende" userId="94873d88b0cb10d1" providerId="LiveId" clId="{FF297ECE-2C27-4ABC-82BC-A05A201A2AA1}" dt="2026-05-02T06:53:27.949" v="833" actId="1076"/>
        <pc:sldMkLst>
          <pc:docMk/>
          <pc:sldMk cId="0" sldId="257"/>
        </pc:sldMkLst>
        <pc:spChg chg="mod">
          <ac:chgData name="Anushka Shende" userId="94873d88b0cb10d1" providerId="LiveId" clId="{FF297ECE-2C27-4ABC-82BC-A05A201A2AA1}" dt="2026-05-02T06:53:27.949" v="833" actId="1076"/>
          <ac:spMkLst>
            <pc:docMk/>
            <pc:sldMk cId="0" sldId="257"/>
            <ac:spMk id="4" creationId="{00000000-0000-0000-0000-000000000000}"/>
          </ac:spMkLst>
        </pc:spChg>
        <pc:spChg chg="del">
          <ac:chgData name="Anushka Shende" userId="94873d88b0cb10d1" providerId="LiveId" clId="{FF297ECE-2C27-4ABC-82BC-A05A201A2AA1}" dt="2026-05-01T13:48:10.792" v="738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Anushka Shende" userId="94873d88b0cb10d1" providerId="LiveId" clId="{FF297ECE-2C27-4ABC-82BC-A05A201A2AA1}" dt="2026-05-01T13:37:32.631" v="613" actId="12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nushka Shende" userId="94873d88b0cb10d1" providerId="LiveId" clId="{FF297ECE-2C27-4ABC-82BC-A05A201A2AA1}" dt="2026-05-02T05:32:15.999" v="831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nushka Shende" userId="94873d88b0cb10d1" providerId="LiveId" clId="{FF297ECE-2C27-4ABC-82BC-A05A201A2AA1}" dt="2026-05-01T13:37:32.631" v="613" actId="12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Anushka Shende" userId="94873d88b0cb10d1" providerId="LiveId" clId="{FF297ECE-2C27-4ABC-82BC-A05A201A2AA1}" dt="2026-05-01T13:48:11.589" v="739"/>
          <ac:spMkLst>
            <pc:docMk/>
            <pc:sldMk cId="0" sldId="257"/>
            <ac:spMk id="15" creationId="{D1DEBE38-B426-9BC0-B306-14CC0BF2B23C}"/>
          </ac:spMkLst>
        </pc:spChg>
        <pc:spChg chg="mod">
          <ac:chgData name="Anushka Shende" userId="94873d88b0cb10d1" providerId="LiveId" clId="{FF297ECE-2C27-4ABC-82BC-A05A201A2AA1}" dt="2026-05-01T13:37:57.191" v="616" actId="688"/>
          <ac:spMkLst>
            <pc:docMk/>
            <pc:sldMk cId="0" sldId="257"/>
            <ac:spMk id="20" creationId="{27097C9C-7ECB-B7BD-186B-BFAB6D035759}"/>
          </ac:spMkLst>
        </pc:spChg>
        <pc:picChg chg="add mod">
          <ac:chgData name="Anushka Shende" userId="94873d88b0cb10d1" providerId="LiveId" clId="{FF297ECE-2C27-4ABC-82BC-A05A201A2AA1}" dt="2026-05-01T14:04:01.318" v="807" actId="1076"/>
          <ac:picMkLst>
            <pc:docMk/>
            <pc:sldMk cId="0" sldId="257"/>
            <ac:picMk id="16" creationId="{FA406B53-99E7-A282-E187-792695A11B27}"/>
          </ac:picMkLst>
        </pc:picChg>
      </pc:sldChg>
      <pc:sldChg chg="addSp delSp modSp mod">
        <pc:chgData name="Anushka Shende" userId="94873d88b0cb10d1" providerId="LiveId" clId="{FF297ECE-2C27-4ABC-82BC-A05A201A2AA1}" dt="2026-05-01T14:00:05.914" v="788" actId="1076"/>
        <pc:sldMkLst>
          <pc:docMk/>
          <pc:sldMk cId="0" sldId="258"/>
        </pc:sldMkLst>
        <pc:spChg chg="del mod">
          <ac:chgData name="Anushka Shende" userId="94873d88b0cb10d1" providerId="LiveId" clId="{FF297ECE-2C27-4ABC-82BC-A05A201A2AA1}" dt="2026-05-01T13:47:59.975" v="735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Anushka Shende" userId="94873d88b0cb10d1" providerId="LiveId" clId="{FF297ECE-2C27-4ABC-82BC-A05A201A2AA1}" dt="2026-05-01T13:59:56.797" v="786" actId="478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Anushka Shende" userId="94873d88b0cb10d1" providerId="LiveId" clId="{FF297ECE-2C27-4ABC-82BC-A05A201A2AA1}" dt="2026-05-01T13:47:57.047" v="734"/>
          <ac:spMkLst>
            <pc:docMk/>
            <pc:sldMk cId="0" sldId="258"/>
            <ac:spMk id="11" creationId="{97DC4FE7-C4E6-EA1F-BB99-F2D8B010E631}"/>
          </ac:spMkLst>
        </pc:spChg>
        <pc:spChg chg="mod">
          <ac:chgData name="Anushka Shende" userId="94873d88b0cb10d1" providerId="LiveId" clId="{FF297ECE-2C27-4ABC-82BC-A05A201A2AA1}" dt="2026-05-01T13:36:29.343" v="609" actId="1076"/>
          <ac:spMkLst>
            <pc:docMk/>
            <pc:sldMk cId="0" sldId="258"/>
            <ac:spMk id="15" creationId="{00000000-0000-0000-0000-000000000000}"/>
          </ac:spMkLst>
        </pc:spChg>
        <pc:grpChg chg="add del mod">
          <ac:chgData name="Anushka Shende" userId="94873d88b0cb10d1" providerId="LiveId" clId="{FF297ECE-2C27-4ABC-82BC-A05A201A2AA1}" dt="2026-05-01T13:58:08.276" v="767" actId="21"/>
          <ac:grpSpMkLst>
            <pc:docMk/>
            <pc:sldMk cId="0" sldId="258"/>
            <ac:grpSpMk id="19" creationId="{6E12616F-3092-A209-C733-6B36FF235426}"/>
          </ac:grpSpMkLst>
        </pc:grpChg>
        <pc:picChg chg="add mod">
          <ac:chgData name="Anushka Shende" userId="94873d88b0cb10d1" providerId="LiveId" clId="{FF297ECE-2C27-4ABC-82BC-A05A201A2AA1}" dt="2026-05-01T13:58:06.222" v="766" actId="164"/>
          <ac:picMkLst>
            <pc:docMk/>
            <pc:sldMk cId="0" sldId="258"/>
            <ac:picMk id="13" creationId="{36FF7D37-0723-7DAE-14A0-E1A405A0539F}"/>
          </ac:picMkLst>
        </pc:picChg>
        <pc:picChg chg="add mod">
          <ac:chgData name="Anushka Shende" userId="94873d88b0cb10d1" providerId="LiveId" clId="{FF297ECE-2C27-4ABC-82BC-A05A201A2AA1}" dt="2026-05-01T13:58:06.222" v="766" actId="164"/>
          <ac:picMkLst>
            <pc:docMk/>
            <pc:sldMk cId="0" sldId="258"/>
            <ac:picMk id="18" creationId="{E3B33B62-D3FD-DFD8-AAEA-31268072F725}"/>
          </ac:picMkLst>
        </pc:picChg>
        <pc:picChg chg="add mod">
          <ac:chgData name="Anushka Shende" userId="94873d88b0cb10d1" providerId="LiveId" clId="{FF297ECE-2C27-4ABC-82BC-A05A201A2AA1}" dt="2026-05-01T14:00:05.914" v="788" actId="1076"/>
          <ac:picMkLst>
            <pc:docMk/>
            <pc:sldMk cId="0" sldId="258"/>
            <ac:picMk id="20" creationId="{6828528F-3E84-19EB-CDCE-F19F53062487}"/>
          </ac:picMkLst>
        </pc:picChg>
      </pc:sldChg>
      <pc:sldChg chg="addSp delSp modSp mod">
        <pc:chgData name="Anushka Shende" userId="94873d88b0cb10d1" providerId="LiveId" clId="{FF297ECE-2C27-4ABC-82BC-A05A201A2AA1}" dt="2026-05-01T14:03:44.829" v="803" actId="21"/>
        <pc:sldMkLst>
          <pc:docMk/>
          <pc:sldMk cId="0" sldId="259"/>
        </pc:sldMkLst>
        <pc:spChg chg="del">
          <ac:chgData name="Anushka Shende" userId="94873d88b0cb10d1" providerId="LiveId" clId="{FF297ECE-2C27-4ABC-82BC-A05A201A2AA1}" dt="2026-05-01T13:48:05.448" v="736" actId="478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Anushka Shende" userId="94873d88b0cb10d1" providerId="LiveId" clId="{FF297ECE-2C27-4ABC-82BC-A05A201A2AA1}" dt="2026-05-01T13:48:06.524" v="737"/>
          <ac:spMkLst>
            <pc:docMk/>
            <pc:sldMk cId="0" sldId="259"/>
            <ac:spMk id="11" creationId="{3BB09969-DF47-C399-5DEF-54F2DCC3FC39}"/>
          </ac:spMkLst>
        </pc:spChg>
        <pc:picChg chg="add del mod">
          <ac:chgData name="Anushka Shende" userId="94873d88b0cb10d1" providerId="LiveId" clId="{FF297ECE-2C27-4ABC-82BC-A05A201A2AA1}" dt="2026-05-01T14:03:44.829" v="803" actId="21"/>
          <ac:picMkLst>
            <pc:docMk/>
            <pc:sldMk cId="0" sldId="259"/>
            <ac:picMk id="13" creationId="{FA406B53-99E7-A282-E187-792695A11B27}"/>
          </ac:picMkLst>
        </pc:picChg>
      </pc:sldChg>
      <pc:sldChg chg="del">
        <pc:chgData name="Anushka Shende" userId="94873d88b0cb10d1" providerId="LiveId" clId="{FF297ECE-2C27-4ABC-82BC-A05A201A2AA1}" dt="2026-05-01T13:36:09.581" v="606" actId="47"/>
        <pc:sldMkLst>
          <pc:docMk/>
          <pc:sldMk cId="0" sldId="260"/>
        </pc:sldMkLst>
      </pc:sldChg>
      <pc:sldChg chg="addSp delSp modSp mod">
        <pc:chgData name="Anushka Shende" userId="94873d88b0cb10d1" providerId="LiveId" clId="{FF297ECE-2C27-4ABC-82BC-A05A201A2AA1}" dt="2026-05-01T14:04:35.700" v="809" actId="207"/>
        <pc:sldMkLst>
          <pc:docMk/>
          <pc:sldMk cId="0" sldId="261"/>
        </pc:sldMkLst>
        <pc:spChg chg="mod">
          <ac:chgData name="Anushka Shende" userId="94873d88b0cb10d1" providerId="LiveId" clId="{FF297ECE-2C27-4ABC-82BC-A05A201A2AA1}" dt="2026-05-01T13:42:40.239" v="703" actId="1076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Anushka Shende" userId="94873d88b0cb10d1" providerId="LiveId" clId="{FF297ECE-2C27-4ABC-82BC-A05A201A2AA1}" dt="2026-05-01T13:48:29.251" v="742" actId="478"/>
          <ac:spMkLst>
            <pc:docMk/>
            <pc:sldMk cId="0" sldId="261"/>
            <ac:spMk id="9" creationId="{00000000-0000-0000-0000-000000000000}"/>
          </ac:spMkLst>
        </pc:spChg>
        <pc:spChg chg="add mod">
          <ac:chgData name="Anushka Shende" userId="94873d88b0cb10d1" providerId="LiveId" clId="{FF297ECE-2C27-4ABC-82BC-A05A201A2AA1}" dt="2026-05-01T13:48:29.947" v="743"/>
          <ac:spMkLst>
            <pc:docMk/>
            <pc:sldMk cId="0" sldId="261"/>
            <ac:spMk id="11" creationId="{A0482B57-1A4F-A0F9-6E5E-3720BD3E5FDD}"/>
          </ac:spMkLst>
        </pc:spChg>
        <pc:spChg chg="add mod">
          <ac:chgData name="Anushka Shende" userId="94873d88b0cb10d1" providerId="LiveId" clId="{FF297ECE-2C27-4ABC-82BC-A05A201A2AA1}" dt="2026-05-01T14:04:35.700" v="809" actId="207"/>
          <ac:spMkLst>
            <pc:docMk/>
            <pc:sldMk cId="0" sldId="261"/>
            <ac:spMk id="12" creationId="{676977B8-CE78-19DD-57F6-F0D2F6C2EDE3}"/>
          </ac:spMkLst>
        </pc:spChg>
        <pc:spChg chg="mod">
          <ac:chgData name="Anushka Shende" userId="94873d88b0cb10d1" providerId="LiveId" clId="{FF297ECE-2C27-4ABC-82BC-A05A201A2AA1}" dt="2026-05-01T13:45:25.986" v="717" actId="1076"/>
          <ac:spMkLst>
            <pc:docMk/>
            <pc:sldMk cId="0" sldId="261"/>
            <ac:spMk id="15" creationId="{00000000-0000-0000-0000-000000000000}"/>
          </ac:spMkLst>
        </pc:spChg>
        <pc:spChg chg="add del mod">
          <ac:chgData name="Anushka Shende" userId="94873d88b0cb10d1" providerId="LiveId" clId="{FF297ECE-2C27-4ABC-82BC-A05A201A2AA1}" dt="2026-05-01T10:27:33.415" v="31"/>
          <ac:spMkLst>
            <pc:docMk/>
            <pc:sldMk cId="0" sldId="261"/>
            <ac:spMk id="17" creationId="{438185FD-971A-CB32-56B7-F962F8E2F3C6}"/>
          </ac:spMkLst>
        </pc:spChg>
        <pc:spChg chg="add mod">
          <ac:chgData name="Anushka Shende" userId="94873d88b0cb10d1" providerId="LiveId" clId="{FF297ECE-2C27-4ABC-82BC-A05A201A2AA1}" dt="2026-05-01T10:35:55.907" v="103" actId="164"/>
          <ac:spMkLst>
            <pc:docMk/>
            <pc:sldMk cId="0" sldId="261"/>
            <ac:spMk id="18" creationId="{79232459-6963-0FA6-631C-15F00D78D4B3}"/>
          </ac:spMkLst>
        </pc:spChg>
        <pc:spChg chg="add mod">
          <ac:chgData name="Anushka Shende" userId="94873d88b0cb10d1" providerId="LiveId" clId="{FF297ECE-2C27-4ABC-82BC-A05A201A2AA1}" dt="2026-05-01T13:43:00.010" v="705" actId="14100"/>
          <ac:spMkLst>
            <pc:docMk/>
            <pc:sldMk cId="0" sldId="261"/>
            <ac:spMk id="19" creationId="{71DE6F9D-DED3-7192-0444-CA40771011CB}"/>
          </ac:spMkLst>
        </pc:spChg>
        <pc:spChg chg="add mod">
          <ac:chgData name="Anushka Shende" userId="94873d88b0cb10d1" providerId="LiveId" clId="{FF297ECE-2C27-4ABC-82BC-A05A201A2AA1}" dt="2026-05-01T11:07:27.917" v="295" actId="1076"/>
          <ac:spMkLst>
            <pc:docMk/>
            <pc:sldMk cId="0" sldId="261"/>
            <ac:spMk id="22" creationId="{DD2D0ECA-5FD9-9773-E611-73C78647867E}"/>
          </ac:spMkLst>
        </pc:spChg>
        <pc:grpChg chg="add mod">
          <ac:chgData name="Anushka Shende" userId="94873d88b0cb10d1" providerId="LiveId" clId="{FF297ECE-2C27-4ABC-82BC-A05A201A2AA1}" dt="2026-05-01T10:35:50.613" v="102" actId="164"/>
          <ac:grpSpMkLst>
            <pc:docMk/>
            <pc:sldMk cId="0" sldId="261"/>
            <ac:grpSpMk id="20" creationId="{B1180BEE-D802-EA4E-4510-35AF911BB841}"/>
          </ac:grpSpMkLst>
        </pc:grpChg>
        <pc:grpChg chg="add mod ord">
          <ac:chgData name="Anushka Shende" userId="94873d88b0cb10d1" providerId="LiveId" clId="{FF297ECE-2C27-4ABC-82BC-A05A201A2AA1}" dt="2026-05-01T13:45:41.294" v="720" actId="167"/>
          <ac:grpSpMkLst>
            <pc:docMk/>
            <pc:sldMk cId="0" sldId="261"/>
            <ac:grpSpMk id="21" creationId="{5B278325-BBE1-47BE-EE93-E50736EE04B7}"/>
          </ac:grpSpMkLst>
        </pc:grpChg>
        <pc:picChg chg="mod">
          <ac:chgData name="Anushka Shende" userId="94873d88b0cb10d1" providerId="LiveId" clId="{FF297ECE-2C27-4ABC-82BC-A05A201A2AA1}" dt="2026-05-01T10:35:55.907" v="103" actId="164"/>
          <ac:picMkLst>
            <pc:docMk/>
            <pc:sldMk cId="0" sldId="261"/>
            <ac:picMk id="26" creationId="{DB550BED-BC17-36B6-7DE4-E3DA4C5F472D}"/>
          </ac:picMkLst>
        </pc:picChg>
      </pc:sldChg>
      <pc:sldChg chg="modSp mod">
        <pc:chgData name="Anushka Shende" userId="94873d88b0cb10d1" providerId="LiveId" clId="{FF297ECE-2C27-4ABC-82BC-A05A201A2AA1}" dt="2026-05-01T13:47:27.900" v="731" actId="1076"/>
        <pc:sldMkLst>
          <pc:docMk/>
          <pc:sldMk cId="0" sldId="262"/>
        </pc:sldMkLst>
        <pc:spChg chg="mod">
          <ac:chgData name="Anushka Shende" userId="94873d88b0cb10d1" providerId="LiveId" clId="{FF297ECE-2C27-4ABC-82BC-A05A201A2AA1}" dt="2026-05-01T13:47:27.900" v="73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nushka Shende" userId="94873d88b0cb10d1" providerId="LiveId" clId="{FF297ECE-2C27-4ABC-82BC-A05A201A2AA1}" dt="2026-05-01T13:40:09.195" v="636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nushka Shende" userId="94873d88b0cb10d1" providerId="LiveId" clId="{FF297ECE-2C27-4ABC-82BC-A05A201A2AA1}" dt="2026-05-01T13:41:55.056" v="697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nushka Shende" userId="94873d88b0cb10d1" providerId="LiveId" clId="{FF297ECE-2C27-4ABC-82BC-A05A201A2AA1}" dt="2026-05-01T13:41:28.683" v="692" actId="20577"/>
          <ac:spMkLst>
            <pc:docMk/>
            <pc:sldMk cId="0" sldId="262"/>
            <ac:spMk id="27" creationId="{F3C50D01-7AB0-D674-984C-482DCE52DB32}"/>
          </ac:spMkLst>
        </pc:spChg>
        <pc:grpChg chg="mod">
          <ac:chgData name="Anushka Shende" userId="94873d88b0cb10d1" providerId="LiveId" clId="{FF297ECE-2C27-4ABC-82BC-A05A201A2AA1}" dt="2026-05-01T13:41:50.392" v="696" actId="1076"/>
          <ac:grpSpMkLst>
            <pc:docMk/>
            <pc:sldMk cId="0" sldId="262"/>
            <ac:grpSpMk id="53" creationId="{36561CA5-7FC5-2EFB-CE32-1FDD83886F46}"/>
          </ac:grpSpMkLst>
        </pc:grpChg>
        <pc:grpChg chg="mod">
          <ac:chgData name="Anushka Shende" userId="94873d88b0cb10d1" providerId="LiveId" clId="{FF297ECE-2C27-4ABC-82BC-A05A201A2AA1}" dt="2026-05-01T13:41:34.614" v="693" actId="1076"/>
          <ac:grpSpMkLst>
            <pc:docMk/>
            <pc:sldMk cId="0" sldId="262"/>
            <ac:grpSpMk id="59" creationId="{C187CB53-F7F4-C2E5-6E1B-D63859D6524E}"/>
          </ac:grpSpMkLst>
        </pc:grpChg>
        <pc:grpChg chg="mod">
          <ac:chgData name="Anushka Shende" userId="94873d88b0cb10d1" providerId="LiveId" clId="{FF297ECE-2C27-4ABC-82BC-A05A201A2AA1}" dt="2026-05-01T13:38:19.441" v="618" actId="1076"/>
          <ac:grpSpMkLst>
            <pc:docMk/>
            <pc:sldMk cId="0" sldId="262"/>
            <ac:grpSpMk id="62" creationId="{250AA022-DDE0-DFA6-EC42-60941940B1E8}"/>
          </ac:grpSpMkLst>
        </pc:grpChg>
        <pc:picChg chg="mod">
          <ac:chgData name="Anushka Shende" userId="94873d88b0cb10d1" providerId="LiveId" clId="{FF297ECE-2C27-4ABC-82BC-A05A201A2AA1}" dt="2026-05-01T13:41:59.434" v="698" actId="1076"/>
          <ac:picMkLst>
            <pc:docMk/>
            <pc:sldMk cId="0" sldId="262"/>
            <ac:picMk id="55" creationId="{1BFE5C5A-0CA6-55A0-2276-58BCF4A51B03}"/>
          </ac:picMkLst>
        </pc:picChg>
        <pc:picChg chg="mod">
          <ac:chgData name="Anushka Shende" userId="94873d88b0cb10d1" providerId="LiveId" clId="{FF297ECE-2C27-4ABC-82BC-A05A201A2AA1}" dt="2026-05-01T13:41:37.250" v="694" actId="1076"/>
          <ac:picMkLst>
            <pc:docMk/>
            <pc:sldMk cId="0" sldId="262"/>
            <ac:picMk id="58" creationId="{17162076-5EC5-CFE9-B4EC-3F34A697EB44}"/>
          </ac:picMkLst>
        </pc:picChg>
      </pc:sldChg>
      <pc:sldChg chg="addSp delSp modSp mod">
        <pc:chgData name="Anushka Shende" userId="94873d88b0cb10d1" providerId="LiveId" clId="{FF297ECE-2C27-4ABC-82BC-A05A201A2AA1}" dt="2026-05-01T14:04:57.832" v="812" actId="207"/>
        <pc:sldMkLst>
          <pc:docMk/>
          <pc:sldMk cId="0" sldId="263"/>
        </pc:sldMkLst>
        <pc:spChg chg="del">
          <ac:chgData name="Anushka Shende" userId="94873d88b0cb10d1" providerId="LiveId" clId="{FF297ECE-2C27-4ABC-82BC-A05A201A2AA1}" dt="2026-05-01T13:49:26.496" v="755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Anushka Shende" userId="94873d88b0cb10d1" providerId="LiveId" clId="{FF297ECE-2C27-4ABC-82BC-A05A201A2AA1}" dt="2026-05-01T14:01:15.545" v="798" actId="478"/>
          <ac:spMkLst>
            <pc:docMk/>
            <pc:sldMk cId="0" sldId="263"/>
            <ac:spMk id="10" creationId="{00000000-0000-0000-0000-000000000000}"/>
          </ac:spMkLst>
        </pc:spChg>
        <pc:spChg chg="add mod">
          <ac:chgData name="Anushka Shende" userId="94873d88b0cb10d1" providerId="LiveId" clId="{FF297ECE-2C27-4ABC-82BC-A05A201A2AA1}" dt="2026-05-01T13:49:27.321" v="756"/>
          <ac:spMkLst>
            <pc:docMk/>
            <pc:sldMk cId="0" sldId="263"/>
            <ac:spMk id="11" creationId="{B8008655-5B6B-AE06-B976-31FB965DF6BF}"/>
          </ac:spMkLst>
        </pc:spChg>
        <pc:spChg chg="mod">
          <ac:chgData name="Anushka Shende" userId="94873d88b0cb10d1" providerId="LiveId" clId="{FF297ECE-2C27-4ABC-82BC-A05A201A2AA1}" dt="2026-05-01T14:04:57.832" v="812" actId="207"/>
          <ac:spMkLst>
            <pc:docMk/>
            <pc:sldMk cId="0" sldId="263"/>
            <ac:spMk id="19" creationId="{1DFA30E8-1AB5-3697-CBC1-C4642D35670C}"/>
          </ac:spMkLst>
        </pc:spChg>
        <pc:picChg chg="add mod">
          <ac:chgData name="Anushka Shende" userId="94873d88b0cb10d1" providerId="LiveId" clId="{FF297ECE-2C27-4ABC-82BC-A05A201A2AA1}" dt="2026-05-01T14:01:22.223" v="801" actId="1076"/>
          <ac:picMkLst>
            <pc:docMk/>
            <pc:sldMk cId="0" sldId="263"/>
            <ac:picMk id="12" creationId="{ACC22314-87EC-D716-63DE-9434C0A50F63}"/>
          </ac:picMkLst>
        </pc:picChg>
      </pc:sldChg>
      <pc:sldChg chg="addSp delSp modSp mod ord">
        <pc:chgData name="Anushka Shende" userId="94873d88b0cb10d1" providerId="LiveId" clId="{FF297ECE-2C27-4ABC-82BC-A05A201A2AA1}" dt="2026-05-01T14:07:28.686" v="816" actId="207"/>
        <pc:sldMkLst>
          <pc:docMk/>
          <pc:sldMk cId="0" sldId="264"/>
        </pc:sldMkLst>
        <pc:spChg chg="del">
          <ac:chgData name="Anushka Shende" userId="94873d88b0cb10d1" providerId="LiveId" clId="{FF297ECE-2C27-4ABC-82BC-A05A201A2AA1}" dt="2026-05-01T14:01:00.423" v="793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nushka Shende" userId="94873d88b0cb10d1" providerId="LiveId" clId="{FF297ECE-2C27-4ABC-82BC-A05A201A2AA1}" dt="2026-05-01T14:07:28.686" v="816" actId="207"/>
          <ac:spMkLst>
            <pc:docMk/>
            <pc:sldMk cId="0" sldId="264"/>
            <ac:spMk id="12" creationId="{00000000-0000-0000-0000-000000000000}"/>
          </ac:spMkLst>
        </pc:spChg>
        <pc:picChg chg="add mod">
          <ac:chgData name="Anushka Shende" userId="94873d88b0cb10d1" providerId="LiveId" clId="{FF297ECE-2C27-4ABC-82BC-A05A201A2AA1}" dt="2026-05-01T14:01:08.532" v="797" actId="1076"/>
          <ac:picMkLst>
            <pc:docMk/>
            <pc:sldMk cId="0" sldId="264"/>
            <ac:picMk id="13" creationId="{2F98A727-DE65-0502-9ECE-E5F916063BB2}"/>
          </ac:picMkLst>
        </pc:picChg>
      </pc:sldChg>
      <pc:sldChg chg="addSp delSp modSp mod">
        <pc:chgData name="Anushka Shende" userId="94873d88b0cb10d1" providerId="LiveId" clId="{FF297ECE-2C27-4ABC-82BC-A05A201A2AA1}" dt="2026-05-01T14:00:30.467" v="792" actId="1076"/>
        <pc:sldMkLst>
          <pc:docMk/>
          <pc:sldMk cId="0" sldId="265"/>
        </pc:sldMkLst>
        <pc:spChg chg="del">
          <ac:chgData name="Anushka Shende" userId="94873d88b0cb10d1" providerId="LiveId" clId="{FF297ECE-2C27-4ABC-82BC-A05A201A2AA1}" dt="2026-05-01T14:00:17.814" v="789" actId="478"/>
          <ac:spMkLst>
            <pc:docMk/>
            <pc:sldMk cId="0" sldId="265"/>
            <ac:spMk id="8" creationId="{00000000-0000-0000-0000-000000000000}"/>
          </ac:spMkLst>
        </pc:spChg>
        <pc:picChg chg="add mod">
          <ac:chgData name="Anushka Shende" userId="94873d88b0cb10d1" providerId="LiveId" clId="{FF297ECE-2C27-4ABC-82BC-A05A201A2AA1}" dt="2026-05-01T14:00:30.467" v="792" actId="1076"/>
          <ac:picMkLst>
            <pc:docMk/>
            <pc:sldMk cId="0" sldId="265"/>
            <ac:picMk id="14" creationId="{13016AB4-506E-3517-A4FE-EBF22539159D}"/>
          </ac:picMkLst>
        </pc:picChg>
      </pc:sldChg>
      <pc:sldChg chg="addSp delSp modSp mod">
        <pc:chgData name="Anushka Shende" userId="94873d88b0cb10d1" providerId="LiveId" clId="{FF297ECE-2C27-4ABC-82BC-A05A201A2AA1}" dt="2026-05-01T13:48:58.152" v="750" actId="167"/>
        <pc:sldMkLst>
          <pc:docMk/>
          <pc:sldMk cId="22528419" sldId="266"/>
        </pc:sldMkLst>
        <pc:spChg chg="del">
          <ac:chgData name="Anushka Shende" userId="94873d88b0cb10d1" providerId="LiveId" clId="{FF297ECE-2C27-4ABC-82BC-A05A201A2AA1}" dt="2026-05-01T13:48:43.017" v="746" actId="478"/>
          <ac:spMkLst>
            <pc:docMk/>
            <pc:sldMk cId="22528419" sldId="266"/>
            <ac:spMk id="9" creationId="{19D0B909-D11C-39C0-9BEE-CE81D32BA5F6}"/>
          </ac:spMkLst>
        </pc:spChg>
        <pc:spChg chg="add mod">
          <ac:chgData name="Anushka Shende" userId="94873d88b0cb10d1" providerId="LiveId" clId="{FF297ECE-2C27-4ABC-82BC-A05A201A2AA1}" dt="2026-05-01T13:48:43.860" v="747"/>
          <ac:spMkLst>
            <pc:docMk/>
            <pc:sldMk cId="22528419" sldId="266"/>
            <ac:spMk id="11" creationId="{CBA07DF9-EF4F-6F6B-A203-B65C465F992E}"/>
          </ac:spMkLst>
        </pc:spChg>
        <pc:picChg chg="mod ord">
          <ac:chgData name="Anushka Shende" userId="94873d88b0cb10d1" providerId="LiveId" clId="{FF297ECE-2C27-4ABC-82BC-A05A201A2AA1}" dt="2026-05-01T13:48:58.152" v="750" actId="167"/>
          <ac:picMkLst>
            <pc:docMk/>
            <pc:sldMk cId="22528419" sldId="266"/>
            <ac:picMk id="17" creationId="{482AB37D-AFA8-489E-402C-F6B3FC7258AF}"/>
          </ac:picMkLst>
        </pc:picChg>
      </pc:sldChg>
      <pc:sldChg chg="addSp delSp modSp mod">
        <pc:chgData name="Anushka Shende" userId="94873d88b0cb10d1" providerId="LiveId" clId="{FF297ECE-2C27-4ABC-82BC-A05A201A2AA1}" dt="2026-05-01T14:04:42.336" v="810" actId="207"/>
        <pc:sldMkLst>
          <pc:docMk/>
          <pc:sldMk cId="1383257786" sldId="268"/>
        </pc:sldMkLst>
        <pc:spChg chg="mod ord">
          <ac:chgData name="Anushka Shende" userId="94873d88b0cb10d1" providerId="LiveId" clId="{FF297ECE-2C27-4ABC-82BC-A05A201A2AA1}" dt="2026-05-01T11:15:14.312" v="349" actId="167"/>
          <ac:spMkLst>
            <pc:docMk/>
            <pc:sldMk cId="1383257786" sldId="268"/>
            <ac:spMk id="4" creationId="{86BCB831-83A5-3BCE-A0C7-5BC9BB161D39}"/>
          </ac:spMkLst>
        </pc:spChg>
        <pc:spChg chg="del mod">
          <ac:chgData name="Anushka Shende" userId="94873d88b0cb10d1" providerId="LiveId" clId="{FF297ECE-2C27-4ABC-82BC-A05A201A2AA1}" dt="2026-05-01T13:49:07.690" v="751" actId="478"/>
          <ac:spMkLst>
            <pc:docMk/>
            <pc:sldMk cId="1383257786" sldId="268"/>
            <ac:spMk id="9" creationId="{95B12EE9-27DD-A13C-C4BD-EF876B86663D}"/>
          </ac:spMkLst>
        </pc:spChg>
        <pc:spChg chg="add mod">
          <ac:chgData name="Anushka Shende" userId="94873d88b0cb10d1" providerId="LiveId" clId="{FF297ECE-2C27-4ABC-82BC-A05A201A2AA1}" dt="2026-05-01T13:49:08.438" v="752"/>
          <ac:spMkLst>
            <pc:docMk/>
            <pc:sldMk cId="1383257786" sldId="268"/>
            <ac:spMk id="11" creationId="{4F00EF0F-9138-26A0-5DAD-05F7B5E030F3}"/>
          </ac:spMkLst>
        </pc:spChg>
        <pc:spChg chg="add mod">
          <ac:chgData name="Anushka Shende" userId="94873d88b0cb10d1" providerId="LiveId" clId="{FF297ECE-2C27-4ABC-82BC-A05A201A2AA1}" dt="2026-05-01T14:04:42.336" v="810" actId="207"/>
          <ac:spMkLst>
            <pc:docMk/>
            <pc:sldMk cId="1383257786" sldId="268"/>
            <ac:spMk id="12" creationId="{714C0E2B-6AF7-D9B4-85DB-65CC57477062}"/>
          </ac:spMkLst>
        </pc:spChg>
      </pc:sldChg>
      <pc:sldChg chg="addSp delSp modSp mod">
        <pc:chgData name="Anushka Shende" userId="94873d88b0cb10d1" providerId="LiveId" clId="{FF297ECE-2C27-4ABC-82BC-A05A201A2AA1}" dt="2026-05-01T14:10:01.798" v="829" actId="1076"/>
        <pc:sldMkLst>
          <pc:docMk/>
          <pc:sldMk cId="120925027" sldId="269"/>
        </pc:sldMkLst>
        <pc:spChg chg="del">
          <ac:chgData name="Anushka Shende" userId="94873d88b0cb10d1" providerId="LiveId" clId="{FF297ECE-2C27-4ABC-82BC-A05A201A2AA1}" dt="2026-05-01T13:48:20.473" v="740" actId="478"/>
          <ac:spMkLst>
            <pc:docMk/>
            <pc:sldMk cId="120925027" sldId="269"/>
            <ac:spMk id="9" creationId="{7DB0FB94-AB1D-F482-5F97-529621A97FED}"/>
          </ac:spMkLst>
        </pc:spChg>
        <pc:spChg chg="del">
          <ac:chgData name="Anushka Shende" userId="94873d88b0cb10d1" providerId="LiveId" clId="{FF297ECE-2C27-4ABC-82BC-A05A201A2AA1}" dt="2026-05-01T13:59:21.956" v="782" actId="478"/>
          <ac:spMkLst>
            <pc:docMk/>
            <pc:sldMk cId="120925027" sldId="269"/>
            <ac:spMk id="10" creationId="{A0575BA2-194C-681C-EFEC-A57DDB31CD42}"/>
          </ac:spMkLst>
        </pc:spChg>
        <pc:spChg chg="add mod">
          <ac:chgData name="Anushka Shende" userId="94873d88b0cb10d1" providerId="LiveId" clId="{FF297ECE-2C27-4ABC-82BC-A05A201A2AA1}" dt="2026-05-01T13:48:21.719" v="741"/>
          <ac:spMkLst>
            <pc:docMk/>
            <pc:sldMk cId="120925027" sldId="269"/>
            <ac:spMk id="13" creationId="{D3F6ADB9-5D64-D699-08D7-778062BC3D71}"/>
          </ac:spMkLst>
        </pc:spChg>
        <pc:spChg chg="mod">
          <ac:chgData name="Anushka Shende" userId="94873d88b0cb10d1" providerId="LiveId" clId="{FF297ECE-2C27-4ABC-82BC-A05A201A2AA1}" dt="2026-05-01T14:10:01.798" v="829" actId="1076"/>
          <ac:spMkLst>
            <pc:docMk/>
            <pc:sldMk cId="120925027" sldId="269"/>
            <ac:spMk id="15" creationId="{B332EAC1-B839-2810-8CB8-A7D016BB6D79}"/>
          </ac:spMkLst>
        </pc:spChg>
        <pc:grpChg chg="mod">
          <ac:chgData name="Anushka Shende" userId="94873d88b0cb10d1" providerId="LiveId" clId="{FF297ECE-2C27-4ABC-82BC-A05A201A2AA1}" dt="2026-05-01T14:09:52.040" v="828" actId="1076"/>
          <ac:grpSpMkLst>
            <pc:docMk/>
            <pc:sldMk cId="120925027" sldId="269"/>
            <ac:grpSpMk id="20" creationId="{14384D91-5B3A-2445-765C-214D702F11A4}"/>
          </ac:grpSpMkLst>
        </pc:grpChg>
        <pc:graphicFrameChg chg="add del modGraphic">
          <ac:chgData name="Anushka Shende" userId="94873d88b0cb10d1" providerId="LiveId" clId="{FF297ECE-2C27-4ABC-82BC-A05A201A2AA1}" dt="2026-05-01T13:42:13.210" v="700" actId="27309"/>
          <ac:graphicFrameMkLst>
            <pc:docMk/>
            <pc:sldMk cId="120925027" sldId="269"/>
            <ac:graphicFrameMk id="12" creationId="{FD207FD3-6100-7D8D-289D-EB0953AEC6BE}"/>
          </ac:graphicFrameMkLst>
        </pc:graphicFrameChg>
        <pc:picChg chg="add mod">
          <ac:chgData name="Anushka Shende" userId="94873d88b0cb10d1" providerId="LiveId" clId="{FF297ECE-2C27-4ABC-82BC-A05A201A2AA1}" dt="2026-05-01T13:59:34.162" v="785" actId="1076"/>
          <ac:picMkLst>
            <pc:docMk/>
            <pc:sldMk cId="120925027" sldId="269"/>
            <ac:picMk id="16" creationId="{999F7B72-2B87-CF8A-19E2-7ECEB2EB1EA1}"/>
          </ac:picMkLst>
        </pc:picChg>
      </pc:sldChg>
      <pc:sldChg chg="addSp delSp modSp mod">
        <pc:chgData name="Anushka Shende" userId="94873d88b0cb10d1" providerId="LiveId" clId="{FF297ECE-2C27-4ABC-82BC-A05A201A2AA1}" dt="2026-05-01T14:04:48.709" v="811" actId="207"/>
        <pc:sldMkLst>
          <pc:docMk/>
          <pc:sldMk cId="1965018943" sldId="270"/>
        </pc:sldMkLst>
        <pc:spChg chg="mod">
          <ac:chgData name="Anushka Shende" userId="94873d88b0cb10d1" providerId="LiveId" clId="{FF297ECE-2C27-4ABC-82BC-A05A201A2AA1}" dt="2026-05-01T11:16:20.612" v="357" actId="1076"/>
          <ac:spMkLst>
            <pc:docMk/>
            <pc:sldMk cId="1965018943" sldId="270"/>
            <ac:spMk id="4" creationId="{9F188801-723B-0589-7328-BFEEF33867F8}"/>
          </ac:spMkLst>
        </pc:spChg>
        <pc:spChg chg="del mod">
          <ac:chgData name="Anushka Shende" userId="94873d88b0cb10d1" providerId="LiveId" clId="{FF297ECE-2C27-4ABC-82BC-A05A201A2AA1}" dt="2026-05-01T13:49:16.672" v="753" actId="478"/>
          <ac:spMkLst>
            <pc:docMk/>
            <pc:sldMk cId="1965018943" sldId="270"/>
            <ac:spMk id="9" creationId="{D6A32896-2AE2-9783-84DA-C3B0E1EFD2C0}"/>
          </ac:spMkLst>
        </pc:spChg>
        <pc:spChg chg="add mod">
          <ac:chgData name="Anushka Shende" userId="94873d88b0cb10d1" providerId="LiveId" clId="{FF297ECE-2C27-4ABC-82BC-A05A201A2AA1}" dt="2026-05-01T13:49:17.248" v="754"/>
          <ac:spMkLst>
            <pc:docMk/>
            <pc:sldMk cId="1965018943" sldId="270"/>
            <ac:spMk id="11" creationId="{93102089-F767-B9F4-44EC-89A9247E5910}"/>
          </ac:spMkLst>
        </pc:spChg>
        <pc:spChg chg="add mod">
          <ac:chgData name="Anushka Shende" userId="94873d88b0cb10d1" providerId="LiveId" clId="{FF297ECE-2C27-4ABC-82BC-A05A201A2AA1}" dt="2026-05-01T14:04:48.709" v="811" actId="207"/>
          <ac:spMkLst>
            <pc:docMk/>
            <pc:sldMk cId="1965018943" sldId="270"/>
            <ac:spMk id="12" creationId="{7367EF29-AE45-C591-89F5-B90E3E3787E3}"/>
          </ac:spMkLst>
        </pc:spChg>
        <pc:spChg chg="mod">
          <ac:chgData name="Anushka Shende" userId="94873d88b0cb10d1" providerId="LiveId" clId="{FF297ECE-2C27-4ABC-82BC-A05A201A2AA1}" dt="2026-05-01T11:16:11.094" v="354" actId="1076"/>
          <ac:spMkLst>
            <pc:docMk/>
            <pc:sldMk cId="1965018943" sldId="270"/>
            <ac:spMk id="15" creationId="{09BE9E63-3D2B-57A0-1614-78C603012110}"/>
          </ac:spMkLst>
        </pc:spChg>
      </pc:sldChg>
      <pc:sldChg chg="addSp delSp modSp mod">
        <pc:chgData name="Anushka Shende" userId="94873d88b0cb10d1" providerId="LiveId" clId="{FF297ECE-2C27-4ABC-82BC-A05A201A2AA1}" dt="2026-05-01T14:04:24.818" v="808" actId="207"/>
        <pc:sldMkLst>
          <pc:docMk/>
          <pc:sldMk cId="4151962787" sldId="271"/>
        </pc:sldMkLst>
        <pc:spChg chg="mod">
          <ac:chgData name="Anushka Shende" userId="94873d88b0cb10d1" providerId="LiveId" clId="{FF297ECE-2C27-4ABC-82BC-A05A201A2AA1}" dt="2026-05-01T11:11:10.087" v="308" actId="1076"/>
          <ac:spMkLst>
            <pc:docMk/>
            <pc:sldMk cId="4151962787" sldId="271"/>
            <ac:spMk id="4" creationId="{887BF0B7-DB86-72AE-0F57-B433AC747DE2}"/>
          </ac:spMkLst>
        </pc:spChg>
        <pc:spChg chg="del mod">
          <ac:chgData name="Anushka Shende" userId="94873d88b0cb10d1" providerId="LiveId" clId="{FF297ECE-2C27-4ABC-82BC-A05A201A2AA1}" dt="2026-05-01T13:48:33.433" v="744" actId="478"/>
          <ac:spMkLst>
            <pc:docMk/>
            <pc:sldMk cId="4151962787" sldId="271"/>
            <ac:spMk id="9" creationId="{0A10AFA5-0959-B444-18D3-A1BF4DD40A14}"/>
          </ac:spMkLst>
        </pc:spChg>
        <pc:spChg chg="add mod">
          <ac:chgData name="Anushka Shende" userId="94873d88b0cb10d1" providerId="LiveId" clId="{FF297ECE-2C27-4ABC-82BC-A05A201A2AA1}" dt="2026-05-01T13:48:34.158" v="745"/>
          <ac:spMkLst>
            <pc:docMk/>
            <pc:sldMk cId="4151962787" sldId="271"/>
            <ac:spMk id="11" creationId="{9674F638-ABB0-9059-D20A-849717B095E2}"/>
          </ac:spMkLst>
        </pc:spChg>
        <pc:spChg chg="add mod">
          <ac:chgData name="Anushka Shende" userId="94873d88b0cb10d1" providerId="LiveId" clId="{FF297ECE-2C27-4ABC-82BC-A05A201A2AA1}" dt="2026-05-01T14:04:24.818" v="808" actId="207"/>
          <ac:spMkLst>
            <pc:docMk/>
            <pc:sldMk cId="4151962787" sldId="271"/>
            <ac:spMk id="12" creationId="{D23339CC-4407-2259-20B8-DA878351E780}"/>
          </ac:spMkLst>
        </pc:spChg>
        <pc:spChg chg="mod">
          <ac:chgData name="Anushka Shende" userId="94873d88b0cb10d1" providerId="LiveId" clId="{FF297ECE-2C27-4ABC-82BC-A05A201A2AA1}" dt="2026-05-01T11:12:32.568" v="333" actId="313"/>
          <ac:spMkLst>
            <pc:docMk/>
            <pc:sldMk cId="4151962787" sldId="271"/>
            <ac:spMk id="30" creationId="{BFC75A3A-0792-FE61-06E7-600196E0B465}"/>
          </ac:spMkLst>
        </pc:spChg>
        <pc:picChg chg="mod">
          <ac:chgData name="Anushka Shende" userId="94873d88b0cb10d1" providerId="LiveId" clId="{FF297ECE-2C27-4ABC-82BC-A05A201A2AA1}" dt="2026-05-01T11:10:22.351" v="301" actId="14100"/>
          <ac:picMkLst>
            <pc:docMk/>
            <pc:sldMk cId="4151962787" sldId="271"/>
            <ac:picMk id="17" creationId="{420EFF5A-1CF6-AABB-34D1-9BA5D6BF5E63}"/>
          </ac:picMkLst>
        </pc:picChg>
      </pc:sldChg>
      <pc:sldChg chg="addSp delSp modSp add mod ord setBg">
        <pc:chgData name="Anushka Shende" userId="94873d88b0cb10d1" providerId="LiveId" clId="{FF297ECE-2C27-4ABC-82BC-A05A201A2AA1}" dt="2026-05-01T14:07:17.386" v="815" actId="113"/>
        <pc:sldMkLst>
          <pc:docMk/>
          <pc:sldMk cId="1110639157" sldId="272"/>
        </pc:sldMkLst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2" creationId="{65D9433A-3429-293C-8643-8C09A8717677}"/>
          </ac:spMkLst>
        </pc:spChg>
        <pc:spChg chg="add mod">
          <ac:chgData name="Anushka Shende" userId="94873d88b0cb10d1" providerId="LiveId" clId="{FF297ECE-2C27-4ABC-82BC-A05A201A2AA1}" dt="2026-05-01T13:49:37.062" v="758"/>
          <ac:spMkLst>
            <pc:docMk/>
            <pc:sldMk cId="1110639157" sldId="272"/>
            <ac:spMk id="2" creationId="{A881D755-CB0F-62C5-CC60-8D988D377A67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3" creationId="{F638FE41-E0AD-7AC6-A0CD-C1EBCEA3C10C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4" creationId="{7D89A8B2-0278-1E50-AA9A-BF4B296F0027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8" creationId="{9ACD6FA4-CF51-23EF-580C-C77803448BFD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10" creationId="{A63C2410-FD5C-1F32-4067-74E37915EEA6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11" creationId="{3C53E8B2-87DA-6A19-EA7A-5D8DB230D21C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12" creationId="{9785ACF4-5659-AE61-A4D1-2F6A21C00BD6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13" creationId="{C2512FF6-1FA5-4B41-A1F6-B8D4CA0A2028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14" creationId="{94E682D5-304C-E657-58F2-BD3F7BFF571D}"/>
          </ac:spMkLst>
        </pc:spChg>
        <pc:spChg chg="add mod">
          <ac:chgData name="Anushka Shende" userId="94873d88b0cb10d1" providerId="LiveId" clId="{FF297ECE-2C27-4ABC-82BC-A05A201A2AA1}" dt="2026-05-01T14:07:17.386" v="815" actId="113"/>
          <ac:spMkLst>
            <pc:docMk/>
            <pc:sldMk cId="1110639157" sldId="272"/>
            <ac:spMk id="16" creationId="{8C9FBEBB-E6A3-2855-466A-B7D89A19FA13}"/>
          </ac:spMkLst>
        </pc:spChg>
        <pc:spChg chg="add del mod">
          <ac:chgData name="Anushka Shende" userId="94873d88b0cb10d1" providerId="LiveId" clId="{FF297ECE-2C27-4ABC-82BC-A05A201A2AA1}" dt="2026-05-01T13:49:36.411" v="757" actId="478"/>
          <ac:spMkLst>
            <pc:docMk/>
            <pc:sldMk cId="1110639157" sldId="272"/>
            <ac:spMk id="17" creationId="{2E3323C0-3491-29C6-72F0-F145B0C68967}"/>
          </ac:spMkLst>
        </pc:spChg>
        <pc:spChg chg="add del mod">
          <ac:chgData name="Anushka Shende" userId="94873d88b0cb10d1" providerId="LiveId" clId="{FF297ECE-2C27-4ABC-82BC-A05A201A2AA1}" dt="2026-05-01T13:50:11.294" v="764" actId="1076"/>
          <ac:spMkLst>
            <pc:docMk/>
            <pc:sldMk cId="1110639157" sldId="272"/>
            <ac:spMk id="18" creationId="{62405459-60FF-7980-6E7C-DA1B9E974BF7}"/>
          </ac:spMkLst>
        </pc:spChg>
        <pc:spChg chg="del">
          <ac:chgData name="Anushka Shende" userId="94873d88b0cb10d1" providerId="LiveId" clId="{FF297ECE-2C27-4ABC-82BC-A05A201A2AA1}" dt="2026-05-01T11:23:21.960" v="364" actId="478"/>
          <ac:spMkLst>
            <pc:docMk/>
            <pc:sldMk cId="1110639157" sldId="272"/>
            <ac:spMk id="20" creationId="{D9F4EAB0-449E-E124-3DE8-3B1BDBFB369D}"/>
          </ac:spMkLst>
        </pc:spChg>
        <pc:spChg chg="add mod">
          <ac:chgData name="Anushka Shende" userId="94873d88b0cb10d1" providerId="LiveId" clId="{FF297ECE-2C27-4ABC-82BC-A05A201A2AA1}" dt="2026-05-01T11:26:56.487" v="438" actId="1076"/>
          <ac:spMkLst>
            <pc:docMk/>
            <pc:sldMk cId="1110639157" sldId="272"/>
            <ac:spMk id="22" creationId="{0C9D8B04-3782-4327-FD56-C431641E186B}"/>
          </ac:spMkLst>
        </pc:spChg>
        <pc:spChg chg="add mod">
          <ac:chgData name="Anushka Shende" userId="94873d88b0cb10d1" providerId="LiveId" clId="{FF297ECE-2C27-4ABC-82BC-A05A201A2AA1}" dt="2026-05-01T11:26:56.487" v="438" actId="1076"/>
          <ac:spMkLst>
            <pc:docMk/>
            <pc:sldMk cId="1110639157" sldId="272"/>
            <ac:spMk id="23" creationId="{8FFD3A6A-7920-4BF0-22CC-7CF50CEA9CA2}"/>
          </ac:spMkLst>
        </pc:spChg>
        <pc:spChg chg="add mod">
          <ac:chgData name="Anushka Shende" userId="94873d88b0cb10d1" providerId="LiveId" clId="{FF297ECE-2C27-4ABC-82BC-A05A201A2AA1}" dt="2026-05-01T11:26:56.487" v="438" actId="1076"/>
          <ac:spMkLst>
            <pc:docMk/>
            <pc:sldMk cId="1110639157" sldId="272"/>
            <ac:spMk id="24" creationId="{40413D83-BFD0-6493-FBA1-D92BF89191B3}"/>
          </ac:spMkLst>
        </pc:spChg>
        <pc:spChg chg="add mod">
          <ac:chgData name="Anushka Shende" userId="94873d88b0cb10d1" providerId="LiveId" clId="{FF297ECE-2C27-4ABC-82BC-A05A201A2AA1}" dt="2026-05-01T11:33:36.232" v="599" actId="122"/>
          <ac:spMkLst>
            <pc:docMk/>
            <pc:sldMk cId="1110639157" sldId="272"/>
            <ac:spMk id="25" creationId="{14FEAD60-241D-66B3-9D64-AED1755D919C}"/>
          </ac:spMkLst>
        </pc:spChg>
        <pc:picChg chg="add mod ord">
          <ac:chgData name="Anushka Shende" userId="94873d88b0cb10d1" providerId="LiveId" clId="{FF297ECE-2C27-4ABC-82BC-A05A201A2AA1}" dt="2026-05-01T11:27:44.259" v="497" actId="1076"/>
          <ac:picMkLst>
            <pc:docMk/>
            <pc:sldMk cId="1110639157" sldId="272"/>
            <ac:picMk id="21" creationId="{3007635D-ABF4-1FBF-CA3F-4992D51F9FBC}"/>
          </ac:picMkLst>
        </pc:picChg>
      </pc:sldChg>
      <pc:sldChg chg="addSp delSp modSp add mod setBg">
        <pc:chgData name="Anushka Shende" userId="94873d88b0cb10d1" providerId="LiveId" clId="{FF297ECE-2C27-4ABC-82BC-A05A201A2AA1}" dt="2026-05-01T11:32:22.699" v="581" actId="20577"/>
        <pc:sldMkLst>
          <pc:docMk/>
          <pc:sldMk cId="4285000283" sldId="273"/>
        </pc:sldMkLst>
        <pc:spChg chg="del">
          <ac:chgData name="Anushka Shende" userId="94873d88b0cb10d1" providerId="LiveId" clId="{FF297ECE-2C27-4ABC-82BC-A05A201A2AA1}" dt="2026-05-01T11:28:23.852" v="504" actId="478"/>
          <ac:spMkLst>
            <pc:docMk/>
            <pc:sldMk cId="4285000283" sldId="273"/>
            <ac:spMk id="2" creationId="{331CDDD0-27B7-1566-DC33-842930092292}"/>
          </ac:spMkLst>
        </pc:spChg>
        <pc:spChg chg="del mod">
          <ac:chgData name="Anushka Shende" userId="94873d88b0cb10d1" providerId="LiveId" clId="{FF297ECE-2C27-4ABC-82BC-A05A201A2AA1}" dt="2026-05-01T11:29:44.641" v="518" actId="478"/>
          <ac:spMkLst>
            <pc:docMk/>
            <pc:sldMk cId="4285000283" sldId="273"/>
            <ac:spMk id="4" creationId="{0D879F2E-29E9-5291-AB4F-4A0353B72A47}"/>
          </ac:spMkLst>
        </pc:spChg>
        <pc:spChg chg="del">
          <ac:chgData name="Anushka Shende" userId="94873d88b0cb10d1" providerId="LiveId" clId="{FF297ECE-2C27-4ABC-82BC-A05A201A2AA1}" dt="2026-05-01T11:29:49.943" v="520" actId="478"/>
          <ac:spMkLst>
            <pc:docMk/>
            <pc:sldMk cId="4285000283" sldId="273"/>
            <ac:spMk id="8" creationId="{AC795C49-B5B7-A1CB-A9D3-0B93CAE133C2}"/>
          </ac:spMkLst>
        </pc:spChg>
        <pc:spChg chg="del mod">
          <ac:chgData name="Anushka Shende" userId="94873d88b0cb10d1" providerId="LiveId" clId="{FF297ECE-2C27-4ABC-82BC-A05A201A2AA1}" dt="2026-05-01T11:29:42.339" v="517" actId="478"/>
          <ac:spMkLst>
            <pc:docMk/>
            <pc:sldMk cId="4285000283" sldId="273"/>
            <ac:spMk id="9" creationId="{415210DF-D42E-C58B-8A35-CED99119F2CA}"/>
          </ac:spMkLst>
        </pc:spChg>
        <pc:spChg chg="del">
          <ac:chgData name="Anushka Shende" userId="94873d88b0cb10d1" providerId="LiveId" clId="{FF297ECE-2C27-4ABC-82BC-A05A201A2AA1}" dt="2026-05-01T11:29:47.475" v="519" actId="478"/>
          <ac:spMkLst>
            <pc:docMk/>
            <pc:sldMk cId="4285000283" sldId="273"/>
            <ac:spMk id="10" creationId="{3897DCDB-DA40-E3A0-575F-3775DEC1FD7E}"/>
          </ac:spMkLst>
        </pc:spChg>
        <pc:spChg chg="mod ord">
          <ac:chgData name="Anushka Shende" userId="94873d88b0cb10d1" providerId="LiveId" clId="{FF297ECE-2C27-4ABC-82BC-A05A201A2AA1}" dt="2026-05-01T11:32:05.224" v="563" actId="1076"/>
          <ac:spMkLst>
            <pc:docMk/>
            <pc:sldMk cId="4285000283" sldId="273"/>
            <ac:spMk id="11" creationId="{0F633ABF-C556-AB7B-448E-7935EB89EBC9}"/>
          </ac:spMkLst>
        </pc:spChg>
        <pc:spChg chg="del">
          <ac:chgData name="Anushka Shende" userId="94873d88b0cb10d1" providerId="LiveId" clId="{FF297ECE-2C27-4ABC-82BC-A05A201A2AA1}" dt="2026-05-01T11:29:21.114" v="514" actId="478"/>
          <ac:spMkLst>
            <pc:docMk/>
            <pc:sldMk cId="4285000283" sldId="273"/>
            <ac:spMk id="12" creationId="{EDC821FF-B215-9730-CAA3-4BAFAE2650E9}"/>
          </ac:spMkLst>
        </pc:spChg>
        <pc:spChg chg="del">
          <ac:chgData name="Anushka Shende" userId="94873d88b0cb10d1" providerId="LiveId" clId="{FF297ECE-2C27-4ABC-82BC-A05A201A2AA1}" dt="2026-05-01T11:28:54.305" v="509" actId="478"/>
          <ac:spMkLst>
            <pc:docMk/>
            <pc:sldMk cId="4285000283" sldId="273"/>
            <ac:spMk id="13" creationId="{8C984BC1-ACFE-89A5-BC32-3A603550A652}"/>
          </ac:spMkLst>
        </pc:spChg>
        <pc:spChg chg="del mod">
          <ac:chgData name="Anushka Shende" userId="94873d88b0cb10d1" providerId="LiveId" clId="{FF297ECE-2C27-4ABC-82BC-A05A201A2AA1}" dt="2026-05-01T11:29:17.973" v="513" actId="478"/>
          <ac:spMkLst>
            <pc:docMk/>
            <pc:sldMk cId="4285000283" sldId="273"/>
            <ac:spMk id="14" creationId="{F08B9811-CCEA-F0DC-0F91-EF9A8B0B0AD9}"/>
          </ac:spMkLst>
        </pc:spChg>
        <pc:spChg chg="add mod">
          <ac:chgData name="Anushka Shende" userId="94873d88b0cb10d1" providerId="LiveId" clId="{FF297ECE-2C27-4ABC-82BC-A05A201A2AA1}" dt="2026-05-01T11:32:22.699" v="581" actId="20577"/>
          <ac:spMkLst>
            <pc:docMk/>
            <pc:sldMk cId="4285000283" sldId="273"/>
            <ac:spMk id="17" creationId="{DD10ACED-54A1-6BE5-046F-3A40868196A9}"/>
          </ac:spMkLst>
        </pc:spChg>
        <pc:spChg chg="del mod">
          <ac:chgData name="Anushka Shende" userId="94873d88b0cb10d1" providerId="LiveId" clId="{FF297ECE-2C27-4ABC-82BC-A05A201A2AA1}" dt="2026-05-01T11:29:26.058" v="515" actId="478"/>
          <ac:spMkLst>
            <pc:docMk/>
            <pc:sldMk cId="4285000283" sldId="273"/>
            <ac:spMk id="20" creationId="{F1690607-8E3F-B3E7-392F-677652F49E9A}"/>
          </ac:spMkLst>
        </pc:spChg>
        <pc:grpChg chg="del">
          <ac:chgData name="Anushka Shende" userId="94873d88b0cb10d1" providerId="LiveId" clId="{FF297ECE-2C27-4ABC-82BC-A05A201A2AA1}" dt="2026-05-01T11:28:21.641" v="503" actId="478"/>
          <ac:grpSpMkLst>
            <pc:docMk/>
            <pc:sldMk cId="4285000283" sldId="273"/>
            <ac:grpSpMk id="5" creationId="{0C9871C6-1965-148D-375C-FDB01E3EFBA4}"/>
          </ac:grpSpMkLst>
        </pc:grpChg>
        <pc:picChg chg="add mod ord">
          <ac:chgData name="Anushka Shende" userId="94873d88b0cb10d1" providerId="LiveId" clId="{FF297ECE-2C27-4ABC-82BC-A05A201A2AA1}" dt="2026-05-01T11:32:10.723" v="564" actId="1076"/>
          <ac:picMkLst>
            <pc:docMk/>
            <pc:sldMk cId="4285000283" sldId="273"/>
            <ac:picMk id="16" creationId="{3851C3C8-74E8-297C-908B-EF8FB5A4AF2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2.svg"/><Relationship Id="rId12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6.png"/><Relationship Id="rId5" Type="http://schemas.openxmlformats.org/officeDocument/2006/relationships/image" Target="../media/image8.sv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8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65178">
            <a:off x="12908500" y="124918"/>
            <a:ext cx="6132561" cy="470674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3240684" y="-186924"/>
            <a:ext cx="3657600" cy="1536192"/>
          </a:xfrm>
          <a:custGeom>
            <a:avLst/>
            <a:gdLst/>
            <a:ahLst/>
            <a:cxnLst/>
            <a:rect l="l" t="t" r="r" b="b"/>
            <a:pathLst>
              <a:path w="3657600" h="1536192">
                <a:moveTo>
                  <a:pt x="0" y="0"/>
                </a:moveTo>
                <a:lnTo>
                  <a:pt x="3657600" y="0"/>
                </a:lnTo>
                <a:lnTo>
                  <a:pt x="3657600" y="1536192"/>
                </a:lnTo>
                <a:lnTo>
                  <a:pt x="0" y="1536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6384136">
            <a:off x="16874732" y="5324444"/>
            <a:ext cx="769136" cy="1314763"/>
          </a:xfrm>
          <a:custGeom>
            <a:avLst/>
            <a:gdLst/>
            <a:ahLst/>
            <a:cxnLst/>
            <a:rect l="l" t="t" r="r" b="b"/>
            <a:pathLst>
              <a:path w="769136" h="1314763">
                <a:moveTo>
                  <a:pt x="0" y="0"/>
                </a:moveTo>
                <a:lnTo>
                  <a:pt x="769136" y="0"/>
                </a:lnTo>
                <a:lnTo>
                  <a:pt x="769136" y="1314763"/>
                </a:lnTo>
                <a:lnTo>
                  <a:pt x="0" y="1314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flipH="1">
            <a:off x="-800100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6405914" flipH="1">
            <a:off x="7544967" y="8553617"/>
            <a:ext cx="824479" cy="1409366"/>
          </a:xfrm>
          <a:custGeom>
            <a:avLst/>
            <a:gdLst/>
            <a:ahLst/>
            <a:cxnLst/>
            <a:rect l="l" t="t" r="r" b="b"/>
            <a:pathLst>
              <a:path w="824479" h="1409366">
                <a:moveTo>
                  <a:pt x="824479" y="0"/>
                </a:moveTo>
                <a:lnTo>
                  <a:pt x="0" y="0"/>
                </a:lnTo>
                <a:lnTo>
                  <a:pt x="0" y="1409366"/>
                </a:lnTo>
                <a:lnTo>
                  <a:pt x="824479" y="1409366"/>
                </a:lnTo>
                <a:lnTo>
                  <a:pt x="824479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3240684" y="8932196"/>
            <a:ext cx="3264448" cy="1133654"/>
          </a:xfrm>
          <a:custGeom>
            <a:avLst/>
            <a:gdLst/>
            <a:ahLst/>
            <a:cxnLst/>
            <a:rect l="l" t="t" r="r" b="b"/>
            <a:pathLst>
              <a:path w="3264448" h="1133654">
                <a:moveTo>
                  <a:pt x="0" y="0"/>
                </a:moveTo>
                <a:lnTo>
                  <a:pt x="3264448" y="0"/>
                </a:lnTo>
                <a:lnTo>
                  <a:pt x="3264448" y="1133654"/>
                </a:lnTo>
                <a:lnTo>
                  <a:pt x="0" y="1133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2232087" y="2854202"/>
            <a:ext cx="13915371" cy="3404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107"/>
              </a:lnSpc>
            </a:pPr>
            <a:r>
              <a:rPr lang="en-US" sz="8000" dirty="0">
                <a:solidFill>
                  <a:srgbClr val="566D42"/>
                </a:solidFill>
                <a:latin typeface="Times New Roman" panose="02020603050405020304" pitchFamily="18" charset="0"/>
                <a:ea typeface="Baloo Chettan"/>
                <a:cs typeface="Times New Roman" panose="02020603050405020304" pitchFamily="18" charset="0"/>
                <a:sym typeface="Baloo Chettan"/>
              </a:rPr>
              <a:t>Smart Waste Collection And optimization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95800" y="7035588"/>
            <a:ext cx="8568826" cy="1104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4199" dirty="0">
                <a:solidFill>
                  <a:srgbClr val="566D42"/>
                </a:solidFill>
                <a:latin typeface="Times New Roman" panose="02020603050405020304" pitchFamily="18" charset="0"/>
                <a:ea typeface="IBM Plex Sans Thai"/>
                <a:cs typeface="Times New Roman" panose="02020603050405020304" pitchFamily="18" charset="0"/>
                <a:sym typeface="IBM Plex Sans Thai"/>
              </a:rPr>
              <a:t>Presented by Team</a:t>
            </a:r>
          </a:p>
          <a:p>
            <a:pPr algn="ctr">
              <a:lnSpc>
                <a:spcPts val="4199"/>
              </a:lnSpc>
            </a:pPr>
            <a:r>
              <a:rPr lang="en-US" sz="4199" b="1" dirty="0">
                <a:solidFill>
                  <a:srgbClr val="566D42"/>
                </a:solidFill>
                <a:latin typeface="Times New Roman" panose="02020603050405020304" pitchFamily="18" charset="0"/>
                <a:ea typeface="IBM Plex Sans Thai"/>
                <a:cs typeface="Times New Roman" panose="02020603050405020304" pitchFamily="18" charset="0"/>
                <a:sym typeface="IBM Plex Sans Thai"/>
              </a:rPr>
              <a:t> Smart Analytics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12616F-3092-A209-C733-6B36FF235426}"/>
              </a:ext>
            </a:extLst>
          </p:cNvPr>
          <p:cNvGrpSpPr/>
          <p:nvPr/>
        </p:nvGrpSpPr>
        <p:grpSpPr>
          <a:xfrm>
            <a:off x="306683" y="906323"/>
            <a:ext cx="17983775" cy="9222435"/>
            <a:chOff x="3752464" y="1383479"/>
            <a:chExt cx="17068205" cy="896467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FF7D37-0723-7DAE-14A0-E1A405A05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464" y="1383479"/>
              <a:ext cx="2234179" cy="223417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3B33B62-D3FD-DFD8-AAEA-31268072F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65867" y="7493349"/>
              <a:ext cx="2854802" cy="285480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649127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/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2269728" y="4023453"/>
            <a:ext cx="5923330" cy="3357675"/>
          </a:xfrm>
          <a:custGeom>
            <a:avLst/>
            <a:gdLst/>
            <a:ahLst/>
            <a:cxnLst/>
            <a:rect l="l" t="t" r="r" b="b"/>
            <a:pathLst>
              <a:path w="6710434" h="3867650">
                <a:moveTo>
                  <a:pt x="0" y="0"/>
                </a:moveTo>
                <a:lnTo>
                  <a:pt x="6710434" y="0"/>
                </a:lnTo>
                <a:lnTo>
                  <a:pt x="6710434" y="3867650"/>
                </a:lnTo>
                <a:lnTo>
                  <a:pt x="0" y="3867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083300" y="1282250"/>
            <a:ext cx="11311394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58041" y="2879513"/>
            <a:ext cx="8411687" cy="603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waste management is a major challenge in growing cities like Nagpur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use fixed routes, causing inefficiencies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include overflowing bins, unnecessary trips, and high fuel usage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limits effective decision-making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system uses data, AI, and optimization techniques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Leverages historical data, IoT, and predictive analytics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efficient route planning and proactive waste management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create a cleaner, smarter, and more sustainable city 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97DC4FE7-C4E6-EA1F-BB99-F2D8B010E631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28528F-3E84-19EB-CDCE-F19F530624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305913"/>
            <a:ext cx="2354024" cy="22984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649127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/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1720785">
            <a:off x="15925570" y="-27094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151476" y="1459419"/>
            <a:ext cx="11311394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chemeClr val="accent3">
                    <a:lumMod val="50000"/>
                  </a:schemeClr>
                </a:solidFill>
                <a:latin typeface="Baloo Chettan"/>
                <a:ea typeface="Baloo Chettan"/>
                <a:cs typeface="Baloo Chettan"/>
                <a:sym typeface="Baloo Chettan"/>
              </a:rPr>
              <a:t>OBJECTIVES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2C2D47-12B9-1F04-606C-E497589A6F6D}"/>
              </a:ext>
            </a:extLst>
          </p:cNvPr>
          <p:cNvSpPr txBox="1"/>
          <p:nvPr/>
        </p:nvSpPr>
        <p:spPr>
          <a:xfrm>
            <a:off x="4191000" y="2766196"/>
            <a:ext cx="1303020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Optimize Collection Routes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Design efficient routes for garbage trucks to reduce fuel consumption, time, and operational costs.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Predict Waste Levels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Use historical data and AI models to forecast waste generation and prevent bin overflow.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Enable Real-Time Monitoring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Provide visibility into bin status and collection activities for better 	coordination.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Improve Resource Utilization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Ensure optimal use of trucks, manpower, and infrastructure.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Support Data-Driven Decisions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Deliver actionable insights through dashboards and analytics.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1" i="0" u="sng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Enhance Sustainability</a:t>
            </a: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Reduce carbon footprint and contribute to smart city initiatives. 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3BB09969-DF47-C399-5DEF-54F2DCC3FC39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649127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3240684" y="9543344"/>
            <a:ext cx="2550516" cy="522505"/>
            <a:chOff x="0" y="0"/>
            <a:chExt cx="7346885" cy="1874044"/>
          </a:xfrm>
        </p:grpSpPr>
        <p:sp>
          <p:nvSpPr>
            <p:cNvPr id="6" name="Freeform 6"/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Freeform 10"/>
          <p:cNvSpPr/>
          <p:nvPr/>
        </p:nvSpPr>
        <p:spPr>
          <a:xfrm rot="1720785">
            <a:off x="15925570" y="-27094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715095" y="1347093"/>
            <a:ext cx="8839105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PROCESS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42399" y="5085093"/>
            <a:ext cx="5414952" cy="1694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 b="1" dirty="0">
                <a:latin typeface="IBM Plex Sans Thai" panose="020B0604020202020204" charset="-34"/>
                <a:cs typeface="IBM Plex Sans Thai" panose="020B0604020202020204" charset="-34"/>
              </a:rPr>
              <a:t>Visualization &amp; Monitoring</a:t>
            </a:r>
            <a:endParaRPr lang="en-US" sz="2500" dirty="0">
              <a:latin typeface="IBM Plex Sans Thai" panose="020B0604020202020204" charset="-34"/>
              <a:cs typeface="IBM Plex Sans Thai" panose="020B0604020202020204" charset="-34"/>
            </a:endParaRPr>
          </a:p>
          <a:p>
            <a:r>
              <a:rPr lang="en-US" sz="2000" dirty="0">
                <a:latin typeface="IBM Plex Sans Thai" panose="020B0604020202020204" charset="-34"/>
                <a:cs typeface="IBM Plex Sans Thai" panose="020B0604020202020204" charset="-34"/>
              </a:rPr>
              <a:t>Display insights on dashboards</a:t>
            </a:r>
          </a:p>
          <a:p>
            <a:r>
              <a:rPr lang="en-US" sz="2000" dirty="0">
                <a:latin typeface="IBM Plex Sans Thai" panose="020B0604020202020204" charset="-34"/>
                <a:cs typeface="IBM Plex Sans Thai" panose="020B0604020202020204" charset="-34"/>
              </a:rPr>
              <a:t> Track bin status and routes in real time </a:t>
            </a:r>
          </a:p>
          <a:p>
            <a:r>
              <a:rPr lang="en-US" sz="2000" dirty="0">
                <a:latin typeface="IBM Plex Sans Thai" panose="020B0604020202020204" charset="-34"/>
                <a:cs typeface="IBM Plex Sans Thai" panose="020B0604020202020204" charset="-34"/>
              </a:rPr>
              <a:t> Provide alerts for overflow or delays</a:t>
            </a:r>
          </a:p>
          <a:p>
            <a:pPr algn="l">
              <a:lnSpc>
                <a:spcPts val="3300"/>
              </a:lnSpc>
            </a:pPr>
            <a:endParaRPr lang="en-US" dirty="0">
              <a:solidFill>
                <a:srgbClr val="566D42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6561CA5-7FC5-2EFB-CE32-1FDD83886F46}"/>
              </a:ext>
            </a:extLst>
          </p:cNvPr>
          <p:cNvGrpSpPr/>
          <p:nvPr/>
        </p:nvGrpSpPr>
        <p:grpSpPr>
          <a:xfrm>
            <a:off x="4751715" y="2718358"/>
            <a:ext cx="5477073" cy="1984926"/>
            <a:chOff x="2362496" y="3532576"/>
            <a:chExt cx="4908307" cy="1984926"/>
          </a:xfrm>
        </p:grpSpPr>
        <p:sp>
          <p:nvSpPr>
            <p:cNvPr id="16" name="TextBox 16"/>
            <p:cNvSpPr txBox="1"/>
            <p:nvPr/>
          </p:nvSpPr>
          <p:spPr>
            <a:xfrm>
              <a:off x="2362496" y="3532576"/>
              <a:ext cx="4706503" cy="16158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500" b="1" dirty="0">
                  <a:latin typeface="IBM Plex Sans Thai" panose="020B0604020202020204" charset="-34"/>
                  <a:cs typeface="IBM Plex Sans Thai" panose="020B0604020202020204" charset="-34"/>
                </a:rPr>
                <a:t>Data Collection</a:t>
              </a:r>
              <a:b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</a:br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Gather data from multiple sources: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Excel (bin fill levels)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Historical collection data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Weather and event data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11347D9B-7367-9154-4E74-BD155A282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9746" y="4113941"/>
              <a:ext cx="1291057" cy="1403561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A9D999A-77BC-5ED2-2504-8DB991FD88E0}"/>
              </a:ext>
            </a:extLst>
          </p:cNvPr>
          <p:cNvGrpSpPr/>
          <p:nvPr/>
        </p:nvGrpSpPr>
        <p:grpSpPr>
          <a:xfrm>
            <a:off x="11370792" y="2902802"/>
            <a:ext cx="5888508" cy="1554504"/>
            <a:chOff x="10881139" y="2830514"/>
            <a:chExt cx="5120861" cy="1291057"/>
          </a:xfrm>
        </p:grpSpPr>
        <p:sp>
          <p:nvSpPr>
            <p:cNvPr id="17" name="TextBox 17"/>
            <p:cNvSpPr txBox="1"/>
            <p:nvPr/>
          </p:nvSpPr>
          <p:spPr>
            <a:xfrm>
              <a:off x="10881139" y="2902303"/>
              <a:ext cx="5120861" cy="10224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000" b="1" dirty="0">
                  <a:latin typeface="IBM Plex Sans Thai" panose="020B0604020202020204" charset="-34"/>
                  <a:cs typeface="IBM Plex Sans Thai" panose="020B0604020202020204" charset="-34"/>
                </a:rPr>
                <a:t>Data Processing &amp; Cleaning</a:t>
              </a:r>
              <a:endParaRPr lang="en-US" sz="2000" dirty="0">
                <a:latin typeface="IBM Plex Sans Thai" panose="020B0604020202020204" charset="-34"/>
                <a:cs typeface="IBM Plex Sans Thai" panose="020B0604020202020204" charset="-34"/>
              </a:endParaRP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Clean and organize raw data ,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Handle missing or inconsistent values ,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 Prepare data for analysis</a:t>
              </a: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E29740FB-78EE-0F30-8422-371C4F43A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10942" y="2830514"/>
              <a:ext cx="1291057" cy="1291057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1BFE5C5A-0CA6-55A0-2276-58BCF4A51B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818" y="5007619"/>
            <a:ext cx="1403562" cy="1403562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C187CB53-F7F4-C2E5-6E1B-D63859D6524E}"/>
              </a:ext>
            </a:extLst>
          </p:cNvPr>
          <p:cNvGrpSpPr/>
          <p:nvPr/>
        </p:nvGrpSpPr>
        <p:grpSpPr>
          <a:xfrm>
            <a:off x="11370792" y="4466217"/>
            <a:ext cx="6224232" cy="3200876"/>
            <a:chOff x="11355094" y="4825671"/>
            <a:chExt cx="6224232" cy="3200876"/>
          </a:xfrm>
        </p:grpSpPr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F3C50D01-7AB0-D674-984C-482DCE52DB32}"/>
                </a:ext>
              </a:extLst>
            </p:cNvPr>
            <p:cNvSpPr txBox="1"/>
            <p:nvPr/>
          </p:nvSpPr>
          <p:spPr>
            <a:xfrm>
              <a:off x="11355094" y="4825671"/>
              <a:ext cx="6224232" cy="32008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500" b="1" dirty="0">
                  <a:latin typeface="IBM Plex Sans Thai" panose="020B0604020202020204" charset="-34"/>
                  <a:cs typeface="IBM Plex Sans Thai" panose="020B0604020202020204" charset="-34"/>
                </a:rPr>
                <a:t>Analysis &amp; Prediction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Use machine learning to predict waste levels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Identify patterns and trends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Forecast when bins will overflow</a:t>
              </a:r>
            </a:p>
            <a:p>
              <a:endParaRPr lang="en-US" sz="2000" dirty="0">
                <a:latin typeface="IBM Plex Sans Thai" panose="020B0604020202020204" charset="-34"/>
                <a:cs typeface="IBM Plex Sans Thai" panose="020B0604020202020204" charset="-34"/>
              </a:endParaRPr>
            </a:p>
            <a:p>
              <a:r>
                <a:rPr lang="en-US" sz="2500" b="1" dirty="0">
                  <a:latin typeface="IBM Plex Sans Thai" panose="020B0604020202020204" charset="-34"/>
                  <a:cs typeface="IBM Plex Sans Thai" panose="020B0604020202020204" charset="-34"/>
                </a:rPr>
                <a:t>Route Optimization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Apply optimization algorithms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Generate the decision model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Minimize travel time and fuel usage</a:t>
              </a:r>
            </a:p>
            <a:p>
              <a:endParaRPr lang="en-US" dirty="0">
                <a:latin typeface="IBM Plex Sans Thai" panose="020B0604020202020204" charset="-34"/>
                <a:cs typeface="IBM Plex Sans Thai" panose="020B0604020202020204" charset="-34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17162076-5EC5-CFE9-B4EC-3F34A697E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03955" y="5469159"/>
              <a:ext cx="2029008" cy="2029008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50AA022-DDE0-DFA6-EC42-60941940B1E8}"/>
              </a:ext>
            </a:extLst>
          </p:cNvPr>
          <p:cNvGrpSpPr/>
          <p:nvPr/>
        </p:nvGrpSpPr>
        <p:grpSpPr>
          <a:xfrm>
            <a:off x="4630652" y="7051008"/>
            <a:ext cx="6650551" cy="1597597"/>
            <a:chOff x="4921207" y="7083068"/>
            <a:chExt cx="6650551" cy="1597597"/>
          </a:xfrm>
        </p:grpSpPr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E08BD2D3-98A8-5CA5-E0A3-D3A11896ECFB}"/>
                </a:ext>
              </a:extLst>
            </p:cNvPr>
            <p:cNvSpPr txBox="1"/>
            <p:nvPr/>
          </p:nvSpPr>
          <p:spPr>
            <a:xfrm>
              <a:off x="4921207" y="7185636"/>
              <a:ext cx="5851752" cy="13080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500" b="1" dirty="0">
                  <a:latin typeface="IBM Plex Sans Thai" panose="020B0604020202020204" charset="-34"/>
                  <a:cs typeface="IBM Plex Sans Thai" panose="020B0604020202020204" charset="-34"/>
                </a:rPr>
                <a:t>Decision &amp; Action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Authorities use insights to plan collections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Adjust routes dynamically </a:t>
              </a:r>
            </a:p>
            <a:p>
              <a:r>
                <a:rPr lang="en-US" sz="2000" dirty="0">
                  <a:latin typeface="IBM Plex Sans Thai" panose="020B0604020202020204" charset="-34"/>
                  <a:cs typeface="IBM Plex Sans Thai" panose="020B0604020202020204" charset="-34"/>
                </a:rPr>
                <a:t>Improve overall waste management efficiency</a:t>
              </a: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72CFBCF-B2A4-E416-A4DD-6010CC81F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4161" y="7083068"/>
              <a:ext cx="1597597" cy="15975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59F5-9BE6-17E0-EEE4-85BE9D6E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7C9AA0-F60A-0484-6D89-EA72491CAAEA}"/>
              </a:ext>
            </a:extLst>
          </p:cNvPr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D1FA448-BB03-25D9-E7AC-6058B76C5179}"/>
              </a:ext>
            </a:extLst>
          </p:cNvPr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F4E4D27-DE89-8BF5-B12D-45D0CCD2204A}"/>
              </a:ext>
            </a:extLst>
          </p:cNvPr>
          <p:cNvSpPr/>
          <p:nvPr/>
        </p:nvSpPr>
        <p:spPr>
          <a:xfrm flipH="1">
            <a:off x="-649127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BEB92D4-0B22-5392-55DD-1A9815A8132C}"/>
              </a:ext>
            </a:extLst>
          </p:cNvPr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38670A-238A-195C-DD19-27908D40C442}"/>
                </a:ext>
              </a:extLst>
            </p:cNvPr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8B11ACB-7C8E-AABA-F284-A2732ED3DDC0}"/>
                </a:ext>
              </a:extLst>
            </p:cNvPr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D8AE2D4-B2FB-A468-215F-B8C1D05E8A1C}"/>
              </a:ext>
            </a:extLst>
          </p:cNvPr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29DF355-9EC8-0639-594A-CAD22E845C59}"/>
              </a:ext>
            </a:extLst>
          </p:cNvPr>
          <p:cNvSpPr txBox="1"/>
          <p:nvPr/>
        </p:nvSpPr>
        <p:spPr>
          <a:xfrm>
            <a:off x="16803958" y="9097080"/>
            <a:ext cx="814964" cy="44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3743" dirty="0">
                <a:solidFill>
                  <a:srgbClr val="FFFFFF"/>
                </a:solidFill>
                <a:latin typeface="Baloo Chettan"/>
                <a:ea typeface="Baloo Chettan"/>
                <a:cs typeface="Baloo Chettan"/>
                <a:sym typeface="Baloo Chettan"/>
              </a:rPr>
              <a:t>05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332EAC1-B839-2810-8CB8-A7D016BB6D79}"/>
              </a:ext>
            </a:extLst>
          </p:cNvPr>
          <p:cNvSpPr txBox="1"/>
          <p:nvPr/>
        </p:nvSpPr>
        <p:spPr>
          <a:xfrm>
            <a:off x="4526526" y="500570"/>
            <a:ext cx="11311394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Quick Summary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384D91-5B3A-2445-765C-214D702F11A4}"/>
              </a:ext>
            </a:extLst>
          </p:cNvPr>
          <p:cNvGrpSpPr/>
          <p:nvPr/>
        </p:nvGrpSpPr>
        <p:grpSpPr>
          <a:xfrm>
            <a:off x="5494269" y="1572354"/>
            <a:ext cx="9220200" cy="8655350"/>
            <a:chOff x="6257233" y="1604349"/>
            <a:chExt cx="7839767" cy="84615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325A600-BF99-0F1D-3E93-0775106BC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89444" y="5691143"/>
              <a:ext cx="7655156" cy="437470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B6E43C-CFB2-922B-A44B-D0CDE61AA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57233" y="1604349"/>
              <a:ext cx="7839767" cy="4379245"/>
            </a:xfrm>
            <a:prstGeom prst="rect">
              <a:avLst/>
            </a:prstGeom>
          </p:spPr>
        </p:pic>
      </p:grpSp>
      <p:sp>
        <p:nvSpPr>
          <p:cNvPr id="13" name="Freeform 9">
            <a:extLst>
              <a:ext uri="{FF2B5EF4-FFF2-40B4-BE49-F238E27FC236}">
                <a16:creationId xmlns:a16="http://schemas.microsoft.com/office/drawing/2014/main" id="{D3F6ADB9-5D64-D699-08D7-778062BC3D71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9F7B72-2B87-CF8A-19E2-7ECEB2EB1E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2546">
            <a:off x="15639930" y="-13321"/>
            <a:ext cx="3007939" cy="293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B278325-BBE1-47BE-EE93-E50736EE04B7}"/>
              </a:ext>
            </a:extLst>
          </p:cNvPr>
          <p:cNvGrpSpPr/>
          <p:nvPr/>
        </p:nvGrpSpPr>
        <p:grpSpPr>
          <a:xfrm>
            <a:off x="12154068" y="2019300"/>
            <a:ext cx="5016396" cy="8267700"/>
            <a:chOff x="13374806" y="2419364"/>
            <a:chExt cx="4531431" cy="7546648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B550BED-BC17-36B6-7DE4-E3DA4C5F4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74806" y="2419364"/>
              <a:ext cx="4531431" cy="7546648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9232459-6963-0FA6-631C-15F00D78D4B3}"/>
                </a:ext>
              </a:extLst>
            </p:cNvPr>
            <p:cNvSpPr/>
            <p:nvPr/>
          </p:nvSpPr>
          <p:spPr>
            <a:xfrm>
              <a:off x="13641934" y="9203392"/>
              <a:ext cx="304800" cy="26386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DE6F9D-DED3-7192-0444-CA40771011CB}"/>
                </a:ext>
              </a:extLst>
            </p:cNvPr>
            <p:cNvSpPr/>
            <p:nvPr/>
          </p:nvSpPr>
          <p:spPr>
            <a:xfrm>
              <a:off x="13946734" y="9097079"/>
              <a:ext cx="1673788" cy="52868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5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Industrial</a:t>
              </a:r>
              <a:endParaRPr lang="en-IN" sz="25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Freeform 2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360778" y="6948246"/>
            <a:ext cx="3316605" cy="3626949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5" name="Group 5"/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/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1720785">
            <a:off x="15925570" y="-27094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6843555" y="8837354"/>
            <a:ext cx="735771" cy="788831"/>
          </a:xfrm>
          <a:prstGeom prst="rect">
            <a:avLst/>
          </a:prstGeom>
        </p:spPr>
        <p:txBody>
          <a:bodyPr lIns="36531" tIns="36531" rIns="36531" bIns="36531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6803958" y="9097080"/>
            <a:ext cx="814964" cy="46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3743" dirty="0">
                <a:solidFill>
                  <a:srgbClr val="FFFFFF"/>
                </a:solidFill>
                <a:latin typeface="Baloo Chettan"/>
                <a:ea typeface="Baloo Chettan"/>
                <a:cs typeface="Baloo Chettan"/>
                <a:sym typeface="Baloo Chettan"/>
              </a:rPr>
              <a:t>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07321" y="899012"/>
            <a:ext cx="10896600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altLang="en-US" sz="6000" b="1" dirty="0">
                <a:solidFill>
                  <a:schemeClr val="accent3">
                    <a:lumMod val="50000"/>
                  </a:schemeClr>
                </a:solidFill>
                <a:latin typeface="Baloo Chettan" panose="020B0604020202020204" charset="0"/>
                <a:cs typeface="Baloo Chettan" panose="020B0604020202020204" charset="0"/>
              </a:rPr>
              <a:t>Support Data-Driven Decisions</a:t>
            </a:r>
            <a:endParaRPr lang="en-US" sz="6000" dirty="0">
              <a:solidFill>
                <a:srgbClr val="566D42"/>
              </a:solidFill>
              <a:latin typeface="Baloo Chettan" panose="020B0604020202020204" charset="0"/>
              <a:cs typeface="Baloo Chettan" panose="020B0604020202020204" charset="0"/>
              <a:sym typeface="Baloo Chett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6977B8-CE78-19DD-57F6-F0D2F6C2EDE3}"/>
              </a:ext>
            </a:extLst>
          </p:cNvPr>
          <p:cNvSpPr txBox="1"/>
          <p:nvPr/>
        </p:nvSpPr>
        <p:spPr>
          <a:xfrm>
            <a:off x="2695698" y="2901617"/>
            <a:ext cx="8367129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(~25%) is highest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major waste hotspot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+ Residential (~41%)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consistent bulk generators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(~15%) lowest →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volume but sensitive waste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commercial zones with frequent pickups, apply route optimization for market/residential, and ensure separate, compliant collection for hospital waste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D2D0ECA-5FD9-9773-E611-73C78647867E}"/>
              </a:ext>
            </a:extLst>
          </p:cNvPr>
          <p:cNvSpPr/>
          <p:nvPr/>
        </p:nvSpPr>
        <p:spPr>
          <a:xfrm rot="5736816">
            <a:off x="17211510" y="9224149"/>
            <a:ext cx="653681" cy="675066"/>
          </a:xfrm>
          <a:prstGeom prst="triangl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A0482B57-1A4F-A0F9-6E5E-3720BD3E5FDD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22B0-3BC1-1516-6CDC-BE1AEF53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AC928B-F64C-66AF-9278-C1845B780FC7}"/>
              </a:ext>
            </a:extLst>
          </p:cNvPr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22CD23F-7A85-AE1A-8F1B-E7F1840A69BD}"/>
              </a:ext>
            </a:extLst>
          </p:cNvPr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87BF0B7-DB86-72AE-0F57-B433AC747DE2}"/>
              </a:ext>
            </a:extLst>
          </p:cNvPr>
          <p:cNvSpPr/>
          <p:nvPr/>
        </p:nvSpPr>
        <p:spPr>
          <a:xfrm flipH="1">
            <a:off x="-818061" y="7014663"/>
            <a:ext cx="3392327" cy="3678623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6E78BC7-C125-38E6-3995-0852084A2256}"/>
              </a:ext>
            </a:extLst>
          </p:cNvPr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C186B2-C624-9C53-BEEB-6FECD486DEBF}"/>
                </a:ext>
              </a:extLst>
            </p:cNvPr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411D608-9CE2-5341-AE55-4ECFF936CB1C}"/>
                </a:ext>
              </a:extLst>
            </p:cNvPr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F35034E-01B9-4BE3-F37A-C594DDEFB1E3}"/>
              </a:ext>
            </a:extLst>
          </p:cNvPr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479D3EE-05AF-AF56-AAEF-43117E9F7A7F}"/>
              </a:ext>
            </a:extLst>
          </p:cNvPr>
          <p:cNvSpPr/>
          <p:nvPr/>
        </p:nvSpPr>
        <p:spPr>
          <a:xfrm rot="1720785">
            <a:off x="15925570" y="-27094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0EFF5A-1CF6-AABB-34D1-9BA5D6BF5E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8279" y="3518565"/>
            <a:ext cx="8866840" cy="3496098"/>
          </a:xfrm>
          <a:prstGeom prst="rect">
            <a:avLst/>
          </a:prstGeom>
        </p:spPr>
      </p:pic>
      <p:sp>
        <p:nvSpPr>
          <p:cNvPr id="30" name="TextBox 15">
            <a:extLst>
              <a:ext uri="{FF2B5EF4-FFF2-40B4-BE49-F238E27FC236}">
                <a16:creationId xmlns:a16="http://schemas.microsoft.com/office/drawing/2014/main" id="{BFC75A3A-0792-FE61-06E7-600196E0B465}"/>
              </a:ext>
            </a:extLst>
          </p:cNvPr>
          <p:cNvSpPr txBox="1"/>
          <p:nvPr/>
        </p:nvSpPr>
        <p:spPr>
          <a:xfrm>
            <a:off x="5334000" y="1140168"/>
            <a:ext cx="11241358" cy="12868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IN" sz="7000" dirty="0">
                <a:solidFill>
                  <a:srgbClr val="566D42"/>
                </a:solidFill>
                <a:latin typeface="Baloo Chettan"/>
                <a:cs typeface="Baloo Chettan"/>
              </a:rPr>
              <a:t>Ward wise Waste Levels</a:t>
            </a:r>
            <a:endParaRPr lang="en-US" sz="7000" dirty="0">
              <a:solidFill>
                <a:srgbClr val="566D42"/>
              </a:solidFill>
              <a:latin typeface="Baloo Chettan"/>
              <a:cs typeface="Baloo Chettan"/>
              <a:sym typeface="Baloo Chett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3339CC-4407-2259-20B8-DA878351E780}"/>
              </a:ext>
            </a:extLst>
          </p:cNvPr>
          <p:cNvSpPr txBox="1"/>
          <p:nvPr/>
        </p:nvSpPr>
        <p:spPr>
          <a:xfrm>
            <a:off x="1981200" y="2866165"/>
            <a:ext cx="7337079" cy="6250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Mominpura (76%)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near critical capacity → needs immediate, high-frequency collection and overflow control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Mankapur (61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%) is moderately high → increase pickups during peak days to prevent escalation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wards (~50–53%)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stable but rising → maintain regular schedules + monitor trends </a:t>
            </a:r>
          </a:p>
          <a:p>
            <a:pPr>
              <a:lnSpc>
                <a:spcPct val="150000"/>
              </a:lnSpc>
              <a:buNone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dynamic route optimization + smart bin alerts (IoT sensors) to prioritize high-fill wards and reduce overflow risk efficiently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9674F638-ABB0-9059-D20A-849717B095E2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96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0F46F-0990-594E-99FE-12B150E9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82AB37D-AFA8-489E-402C-F6B3FC725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458" y="2519710"/>
            <a:ext cx="16485003" cy="6717695"/>
          </a:xfrm>
          <a:prstGeom prst="rect">
            <a:avLst/>
          </a:prstGeom>
        </p:spPr>
      </p:pic>
      <p:sp>
        <p:nvSpPr>
          <p:cNvPr id="2" name="Freeform 2">
            <a:extLst>
              <a:ext uri="{FF2B5EF4-FFF2-40B4-BE49-F238E27FC236}">
                <a16:creationId xmlns:a16="http://schemas.microsoft.com/office/drawing/2014/main" id="{BC602389-3028-4989-75EC-1A7CDEEE31A9}"/>
              </a:ext>
            </a:extLst>
          </p:cNvPr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5B2352-FC9F-0C6D-3452-1DB5E9B07480}"/>
              </a:ext>
            </a:extLst>
          </p:cNvPr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2363DDB-2FC2-F0F9-CBAD-FB3CD169B922}"/>
              </a:ext>
            </a:extLst>
          </p:cNvPr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619028B-D889-D8A0-2FF7-DD5DB0AEEBBC}"/>
                </a:ext>
              </a:extLst>
            </p:cNvPr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E137E94-3A58-F82F-5FEF-8F2B7E634204}"/>
                </a:ext>
              </a:extLst>
            </p:cNvPr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BD30C94-837E-7CB2-1672-C639936F0DBF}"/>
              </a:ext>
            </a:extLst>
          </p:cNvPr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FEE9707-FED2-21AE-57E1-2E331A8F653B}"/>
              </a:ext>
            </a:extLst>
          </p:cNvPr>
          <p:cNvSpPr/>
          <p:nvPr/>
        </p:nvSpPr>
        <p:spPr>
          <a:xfrm rot="1720785">
            <a:off x="15925570" y="-27094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581646E-3AD0-0836-F286-96E469CAD63A}"/>
              </a:ext>
            </a:extLst>
          </p:cNvPr>
          <p:cNvSpPr txBox="1"/>
          <p:nvPr/>
        </p:nvSpPr>
        <p:spPr>
          <a:xfrm>
            <a:off x="5638800" y="1401718"/>
            <a:ext cx="11311394" cy="124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606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Prediction for Next 7 days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D1A98C9-0FC4-7852-5117-DB7E87F17121}"/>
              </a:ext>
            </a:extLst>
          </p:cNvPr>
          <p:cNvSpPr/>
          <p:nvPr/>
        </p:nvSpPr>
        <p:spPr>
          <a:xfrm flipH="1">
            <a:off x="-1420114" y="6138398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CBA07DF9-EF4F-6F6B-A203-B65C465F992E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8B07-D23E-356E-E170-1BFC4BA44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86BCB831-83A5-3BCE-A0C7-5BC9BB161D39}"/>
              </a:ext>
            </a:extLst>
          </p:cNvPr>
          <p:cNvSpPr/>
          <p:nvPr/>
        </p:nvSpPr>
        <p:spPr>
          <a:xfrm flipH="1">
            <a:off x="-388094" y="6516546"/>
            <a:ext cx="3697621" cy="4129406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F01696F-D52B-18A9-94B6-7761CEE76130}"/>
              </a:ext>
            </a:extLst>
          </p:cNvPr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3E60B2-8BFC-0342-CB12-C8060A2277FD}"/>
              </a:ext>
            </a:extLst>
          </p:cNvPr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7A44107A-1B6A-70E3-600F-8A027A05E828}"/>
              </a:ext>
            </a:extLst>
          </p:cNvPr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A3F25F-C8EA-532E-D79F-26840874BD9A}"/>
                </a:ext>
              </a:extLst>
            </p:cNvPr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145FF14-6710-BE9F-A499-6F74BECF4CE9}"/>
                </a:ext>
              </a:extLst>
            </p:cNvPr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F0F90B2-C788-85CD-4461-2794268F6417}"/>
              </a:ext>
            </a:extLst>
          </p:cNvPr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C9FE2C8-8CFF-09AE-679C-5A32FC5D9AE0}"/>
              </a:ext>
            </a:extLst>
          </p:cNvPr>
          <p:cNvSpPr/>
          <p:nvPr/>
        </p:nvSpPr>
        <p:spPr>
          <a:xfrm rot="1720785">
            <a:off x="15925570" y="-27094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D8D1E76-50D9-0A32-DE08-E57E7C4AF75B}"/>
              </a:ext>
            </a:extLst>
          </p:cNvPr>
          <p:cNvSpPr txBox="1"/>
          <p:nvPr/>
        </p:nvSpPr>
        <p:spPr>
          <a:xfrm>
            <a:off x="16803958" y="9097080"/>
            <a:ext cx="814964" cy="44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3743">
                <a:solidFill>
                  <a:srgbClr val="FFFFFF"/>
                </a:solidFill>
                <a:latin typeface="Baloo Chettan"/>
                <a:ea typeface="Baloo Chettan"/>
                <a:cs typeface="Baloo Chettan"/>
                <a:sym typeface="Baloo Chettan"/>
              </a:rPr>
              <a:t>05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849ECD7-ADDC-6320-738F-117FC8201B2D}"/>
              </a:ext>
            </a:extLst>
          </p:cNvPr>
          <p:cNvSpPr txBox="1"/>
          <p:nvPr/>
        </p:nvSpPr>
        <p:spPr>
          <a:xfrm>
            <a:off x="4243849" y="1561386"/>
            <a:ext cx="13015451" cy="1279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IN" sz="7000" dirty="0">
                <a:solidFill>
                  <a:srgbClr val="566D42"/>
                </a:solidFill>
                <a:latin typeface="Baloo Chettan"/>
                <a:cs typeface="Baloo Chettan"/>
              </a:rPr>
              <a:t>Improve Resource Utilization</a:t>
            </a:r>
            <a:endParaRPr lang="en-US" sz="7000" dirty="0">
              <a:solidFill>
                <a:srgbClr val="566D42"/>
              </a:solidFill>
              <a:latin typeface="Baloo Chettan"/>
              <a:cs typeface="Baloo Chettan"/>
              <a:sym typeface="Baloo Chetta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FA32566-50AA-D503-71FB-51952C821B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569" y="3093794"/>
            <a:ext cx="7741646" cy="58384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4C0E2B-6AF7-D9B4-85DB-65CC57477062}"/>
              </a:ext>
            </a:extLst>
          </p:cNvPr>
          <p:cNvSpPr txBox="1"/>
          <p:nvPr/>
        </p:nvSpPr>
        <p:spPr>
          <a:xfrm>
            <a:off x="2514600" y="2899263"/>
            <a:ext cx="8034266" cy="602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 dominates (142K)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primary waste source, needs maximum resource allocation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(70K) + Commercial (43K) →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contributors, require optimized routing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(30K) &amp; Industrial (22K) →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volume but higher handling complexity 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resource allocation by volume (more trucks for residential) + use AI-based route optimization + implement segregated collection for hospital/industrial waste to improve efficiency and safety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4F00EF0F-9138-26A0-5DAD-05F7B5E030F3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257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A482-E08E-1516-63EC-9F917B60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59C2D8-0BDE-D197-B958-FA5940884EA3}"/>
              </a:ext>
            </a:extLst>
          </p:cNvPr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5DB5D3D-BAAE-A48D-7CBC-2A929D7B7FD1}"/>
              </a:ext>
            </a:extLst>
          </p:cNvPr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F188801-723B-0589-7328-BFEEF33867F8}"/>
              </a:ext>
            </a:extLst>
          </p:cNvPr>
          <p:cNvSpPr/>
          <p:nvPr/>
        </p:nvSpPr>
        <p:spPr>
          <a:xfrm flipH="1">
            <a:off x="-152400" y="7760561"/>
            <a:ext cx="3231378" cy="2788749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76CC0919-0AA0-3F11-5D7A-0BCC796F46FC}"/>
              </a:ext>
            </a:extLst>
          </p:cNvPr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7C8B47C-2288-A0E4-FFE7-F6A6466A5C12}"/>
                </a:ext>
              </a:extLst>
            </p:cNvPr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E9881B9-1B9A-AE43-B5F7-108948AEDE99}"/>
                </a:ext>
              </a:extLst>
            </p:cNvPr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252D204-0DA3-DC78-193C-E4C8BBE8B82A}"/>
              </a:ext>
            </a:extLst>
          </p:cNvPr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E68B2BB-7A9E-E563-762F-7419D3715E4A}"/>
              </a:ext>
            </a:extLst>
          </p:cNvPr>
          <p:cNvSpPr/>
          <p:nvPr/>
        </p:nvSpPr>
        <p:spPr>
          <a:xfrm rot="1720785">
            <a:off x="15925570" y="-27094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BE9E63-3D2B-57A0-1614-78C603012110}"/>
              </a:ext>
            </a:extLst>
          </p:cNvPr>
          <p:cNvSpPr txBox="1"/>
          <p:nvPr/>
        </p:nvSpPr>
        <p:spPr>
          <a:xfrm>
            <a:off x="4951382" y="1128864"/>
            <a:ext cx="11311394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21"/>
              </a:lnSpc>
            </a:pPr>
            <a:r>
              <a:rPr lang="en-IN" sz="7000" dirty="0">
                <a:solidFill>
                  <a:srgbClr val="566D42"/>
                </a:solidFill>
                <a:latin typeface="Baloo Chettan"/>
                <a:cs typeface="Baloo Chettan"/>
              </a:rPr>
              <a:t>Optimize Collection Routes</a:t>
            </a:r>
            <a:endParaRPr lang="en-US" sz="7000" dirty="0">
              <a:solidFill>
                <a:srgbClr val="566D42"/>
              </a:solidFill>
              <a:latin typeface="Baloo Chettan"/>
              <a:cs typeface="Baloo Chettan"/>
              <a:sym typeface="Baloo Chettan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1EC69BE-82C0-3BBA-3889-3B41A2AC5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450" y="3392874"/>
            <a:ext cx="8798280" cy="44249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67EF29-AE45-C591-89F5-B90E3E3787E3}"/>
              </a:ext>
            </a:extLst>
          </p:cNvPr>
          <p:cNvSpPr txBox="1"/>
          <p:nvPr/>
        </p:nvSpPr>
        <p:spPr>
          <a:xfrm>
            <a:off x="1295400" y="2955752"/>
            <a:ext cx="7455447" cy="6022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Eicher Pro (12.2L) consumes the most fuel →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operating cost, low efficiency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Mahindra Bolero (~9.7L) is moderate, while Tata Ace is relatively efficient (~6–7L)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EV (~5.6) &amp; CNG (4.3–6.6) → most cost-effective and fuel-efficient options </a:t>
            </a:r>
          </a:p>
          <a:p>
            <a:pPr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fleet mix toward EV + CNG vehicles, reduce diesel dependency, and use route optimization + load balancing to minimize fuel consumption and improve ROI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93102089-F767-B9F4-44EC-89A9247E5910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018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FB85-832F-29D3-B43B-DBD95877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0980C06-1A71-1712-210B-41A556727F78}"/>
              </a:ext>
            </a:extLst>
          </p:cNvPr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51C3C8-74E8-297C-908B-EF8FB5A4A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495300"/>
            <a:ext cx="15212571" cy="9595266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0F633ABF-C556-AB7B-448E-7935EB89EBC9}"/>
              </a:ext>
            </a:extLst>
          </p:cNvPr>
          <p:cNvSpPr txBox="1"/>
          <p:nvPr/>
        </p:nvSpPr>
        <p:spPr>
          <a:xfrm>
            <a:off x="-940138" y="196434"/>
            <a:ext cx="7645739" cy="262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Garbage Collection 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D10ACED-54A1-6BE5-046F-3A40868196A9}"/>
              </a:ext>
            </a:extLst>
          </p:cNvPr>
          <p:cNvSpPr txBox="1"/>
          <p:nvPr/>
        </p:nvSpPr>
        <p:spPr>
          <a:xfrm>
            <a:off x="11582400" y="99340"/>
            <a:ext cx="7645739" cy="262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Decision </a:t>
            </a:r>
          </a:p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4285000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649127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/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334000" y="1629461"/>
            <a:ext cx="11311394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RESULT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DFA30E8-1AB5-3697-CBC1-C4642D35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762" y="2673112"/>
            <a:ext cx="12531638" cy="55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 reduced travel distance and fuel consumption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Waste prediction models successfully identified high-fill areas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improved visibility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utilization improved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insights enabled faster, data-driven decision-making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demonstrated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savings, time efficiency, and better service quality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B8008655-5B6B-AE06-B976-31FB965DF6BF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C22314-87EC-D716-63DE-9434C0A50F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2546">
            <a:off x="16150268" y="113811"/>
            <a:ext cx="2139661" cy="20891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64FE-928D-7C2C-23C2-80131B9E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007635D-ABF4-1FBF-CA3F-4992D51F9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405" y="2547886"/>
            <a:ext cx="12117176" cy="65988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9FBEBB-E6A3-2855-466A-B7D89A19FA13}"/>
              </a:ext>
            </a:extLst>
          </p:cNvPr>
          <p:cNvSpPr txBox="1"/>
          <p:nvPr/>
        </p:nvSpPr>
        <p:spPr>
          <a:xfrm>
            <a:off x="457200" y="3083773"/>
            <a:ext cx="6629400" cy="687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classifies bins into Collect or Skip based on Population Level and Bin Capacity.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rule: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≤ 2.5 → mostly Skip, &gt; 2.5 → mostly Collect.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splits: 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population + small bins → Skip 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population or medium bins → Collect </a:t>
            </a:r>
          </a:p>
          <a:p>
            <a:pPr marL="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large bins (&gt;900L) → sometimes Skip (low urgency cases)</a:t>
            </a:r>
          </a:p>
        </p:txBody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62405459-60FF-7980-6E7C-DA1B9E974BF7}"/>
              </a:ext>
            </a:extLst>
          </p:cNvPr>
          <p:cNvSpPr/>
          <p:nvPr/>
        </p:nvSpPr>
        <p:spPr>
          <a:xfrm>
            <a:off x="15499472" y="8039100"/>
            <a:ext cx="2703771" cy="1806815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0C9D8B04-3782-4327-FD56-C431641E186B}"/>
              </a:ext>
            </a:extLst>
          </p:cNvPr>
          <p:cNvSpPr/>
          <p:nvPr/>
        </p:nvSpPr>
        <p:spPr>
          <a:xfrm rot="-7515085">
            <a:off x="9132635" y="39195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8FFD3A6A-7920-4BF0-22CC-7CF50CEA9CA2}"/>
              </a:ext>
            </a:extLst>
          </p:cNvPr>
          <p:cNvSpPr/>
          <p:nvPr/>
        </p:nvSpPr>
        <p:spPr>
          <a:xfrm flipH="1">
            <a:off x="10628993" y="36286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40413D83-BFD0-6493-FBA1-D92BF89191B3}"/>
              </a:ext>
            </a:extLst>
          </p:cNvPr>
          <p:cNvSpPr/>
          <p:nvPr/>
        </p:nvSpPr>
        <p:spPr>
          <a:xfrm rot="1720785">
            <a:off x="16005697" y="-489256"/>
            <a:ext cx="2571741" cy="2578186"/>
          </a:xfrm>
          <a:custGeom>
            <a:avLst/>
            <a:gdLst/>
            <a:ahLst/>
            <a:cxnLst/>
            <a:rect l="l" t="t" r="r" b="b"/>
            <a:pathLst>
              <a:path w="2571741" h="2578186">
                <a:moveTo>
                  <a:pt x="0" y="0"/>
                </a:moveTo>
                <a:lnTo>
                  <a:pt x="2571741" y="0"/>
                </a:lnTo>
                <a:lnTo>
                  <a:pt x="2571741" y="2578187"/>
                </a:lnTo>
                <a:lnTo>
                  <a:pt x="0" y="2578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14FEAD60-241D-66B3-9D64-AED1755D919C}"/>
              </a:ext>
            </a:extLst>
          </p:cNvPr>
          <p:cNvSpPr txBox="1"/>
          <p:nvPr/>
        </p:nvSpPr>
        <p:spPr>
          <a:xfrm>
            <a:off x="4267200" y="1114824"/>
            <a:ext cx="12117176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IN" sz="6000" dirty="0">
                <a:solidFill>
                  <a:srgbClr val="566D42"/>
                </a:solidFill>
                <a:latin typeface="Baloo Chettan"/>
                <a:cs typeface="Baloo Chettan"/>
              </a:rPr>
              <a:t>Overview of model</a:t>
            </a:r>
            <a:endParaRPr lang="en-US" sz="6000" dirty="0">
              <a:solidFill>
                <a:srgbClr val="566D42"/>
              </a:solidFill>
              <a:latin typeface="Baloo Chettan"/>
              <a:cs typeface="Baloo Chettan"/>
              <a:sym typeface="Baloo Chettan"/>
            </a:endParaRPr>
          </a:p>
        </p:txBody>
      </p:sp>
      <p:sp>
        <p:nvSpPr>
          <p:cNvPr id="2" name="Freeform 9">
            <a:extLst>
              <a:ext uri="{FF2B5EF4-FFF2-40B4-BE49-F238E27FC236}">
                <a16:creationId xmlns:a16="http://schemas.microsoft.com/office/drawing/2014/main" id="{A881D755-CB0F-62C5-CC60-8D988D377A67}"/>
              </a:ext>
            </a:extLst>
          </p:cNvPr>
          <p:cNvSpPr/>
          <p:nvPr/>
        </p:nvSpPr>
        <p:spPr>
          <a:xfrm rot="365178">
            <a:off x="-690117" y="-538332"/>
            <a:ext cx="5040000" cy="360000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63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-649127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3240684" y="8660316"/>
            <a:ext cx="5510164" cy="1405533"/>
            <a:chOff x="0" y="0"/>
            <a:chExt cx="7346885" cy="1874044"/>
          </a:xfrm>
        </p:grpSpPr>
        <p:sp>
          <p:nvSpPr>
            <p:cNvPr id="6" name="Freeform 6"/>
            <p:cNvSpPr/>
            <p:nvPr/>
          </p:nvSpPr>
          <p:spPr>
            <a:xfrm rot="6405914" flipH="1">
              <a:off x="5739044" y="-142266"/>
              <a:ext cx="1099305" cy="1879155"/>
            </a:xfrm>
            <a:custGeom>
              <a:avLst/>
              <a:gdLst/>
              <a:ahLst/>
              <a:cxnLst/>
              <a:rect l="l" t="t" r="r" b="b"/>
              <a:pathLst>
                <a:path w="1099305" h="1879155">
                  <a:moveTo>
                    <a:pt x="1099305" y="0"/>
                  </a:moveTo>
                  <a:lnTo>
                    <a:pt x="0" y="0"/>
                  </a:lnTo>
                  <a:lnTo>
                    <a:pt x="0" y="1879155"/>
                  </a:lnTo>
                  <a:lnTo>
                    <a:pt x="1099305" y="1879155"/>
                  </a:lnTo>
                  <a:lnTo>
                    <a:pt x="1099305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362506"/>
              <a:ext cx="4352597" cy="1511538"/>
            </a:xfrm>
            <a:custGeom>
              <a:avLst/>
              <a:gdLst/>
              <a:ahLst/>
              <a:cxnLst/>
              <a:rect l="l" t="t" r="r" b="b"/>
              <a:pathLst>
                <a:path w="4352597" h="1511538">
                  <a:moveTo>
                    <a:pt x="0" y="0"/>
                  </a:moveTo>
                  <a:lnTo>
                    <a:pt x="4352597" y="0"/>
                  </a:lnTo>
                  <a:lnTo>
                    <a:pt x="4352597" y="1511538"/>
                  </a:lnTo>
                  <a:lnTo>
                    <a:pt x="0" y="151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365178">
            <a:off x="-416891" y="-898247"/>
            <a:ext cx="6132561" cy="470674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5868091" y="1405239"/>
            <a:ext cx="11311394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21"/>
              </a:lnSpc>
            </a:pPr>
            <a:r>
              <a:rPr lang="en-US" sz="7000" dirty="0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03661" y="2736569"/>
            <a:ext cx="11263534" cy="5901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data analytics, machine learning, and optimization improves waste management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fixed routes with intelligent, data-driven planning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inefficiencies and improves operational performance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a cleaner and more sustainable city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smart city initiatives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real-world impact of AI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803958" y="9097080"/>
            <a:ext cx="814964" cy="44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3743">
                <a:solidFill>
                  <a:srgbClr val="FFFFFF"/>
                </a:solidFill>
                <a:latin typeface="Baloo Chettan"/>
                <a:ea typeface="Baloo Chettan"/>
                <a:cs typeface="Baloo Chettan"/>
                <a:sym typeface="Baloo Chettan"/>
              </a:rPr>
              <a:t>08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98A727-DE65-0502-9ECE-E5F916063B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52546">
            <a:off x="15896672" y="164728"/>
            <a:ext cx="2541045" cy="24810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65178">
            <a:off x="12908500" y="124918"/>
            <a:ext cx="6132561" cy="4706740"/>
          </a:xfrm>
          <a:custGeom>
            <a:avLst/>
            <a:gdLst/>
            <a:ahLst/>
            <a:cxnLst/>
            <a:rect l="l" t="t" r="r" b="b"/>
            <a:pathLst>
              <a:path w="6132561" h="4706740">
                <a:moveTo>
                  <a:pt x="0" y="0"/>
                </a:moveTo>
                <a:lnTo>
                  <a:pt x="6132561" y="0"/>
                </a:lnTo>
                <a:lnTo>
                  <a:pt x="6132561" y="4706740"/>
                </a:lnTo>
                <a:lnTo>
                  <a:pt x="0" y="4706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800100" y="1028700"/>
            <a:ext cx="3657600" cy="1536192"/>
          </a:xfrm>
          <a:custGeom>
            <a:avLst/>
            <a:gdLst/>
            <a:ahLst/>
            <a:cxnLst/>
            <a:rect l="l" t="t" r="r" b="b"/>
            <a:pathLst>
              <a:path w="3657600" h="1536192">
                <a:moveTo>
                  <a:pt x="0" y="0"/>
                </a:moveTo>
                <a:lnTo>
                  <a:pt x="3657600" y="0"/>
                </a:lnTo>
                <a:lnTo>
                  <a:pt x="3657600" y="1536192"/>
                </a:lnTo>
                <a:lnTo>
                  <a:pt x="0" y="1536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3240684" y="-186924"/>
            <a:ext cx="3657600" cy="1536192"/>
          </a:xfrm>
          <a:custGeom>
            <a:avLst/>
            <a:gdLst/>
            <a:ahLst/>
            <a:cxnLst/>
            <a:rect l="l" t="t" r="r" b="b"/>
            <a:pathLst>
              <a:path w="3657600" h="1536192">
                <a:moveTo>
                  <a:pt x="0" y="0"/>
                </a:moveTo>
                <a:lnTo>
                  <a:pt x="3657600" y="0"/>
                </a:lnTo>
                <a:lnTo>
                  <a:pt x="3657600" y="1536192"/>
                </a:lnTo>
                <a:lnTo>
                  <a:pt x="0" y="1536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-6384136">
            <a:off x="16874732" y="5324444"/>
            <a:ext cx="769136" cy="1314763"/>
          </a:xfrm>
          <a:custGeom>
            <a:avLst/>
            <a:gdLst/>
            <a:ahLst/>
            <a:cxnLst/>
            <a:rect l="l" t="t" r="r" b="b"/>
            <a:pathLst>
              <a:path w="769136" h="1314763">
                <a:moveTo>
                  <a:pt x="0" y="0"/>
                </a:moveTo>
                <a:lnTo>
                  <a:pt x="769136" y="0"/>
                </a:lnTo>
                <a:lnTo>
                  <a:pt x="769136" y="1314763"/>
                </a:lnTo>
                <a:lnTo>
                  <a:pt x="0" y="1314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8414499" flipH="1">
            <a:off x="719485" y="4010830"/>
            <a:ext cx="618430" cy="1057144"/>
          </a:xfrm>
          <a:custGeom>
            <a:avLst/>
            <a:gdLst/>
            <a:ahLst/>
            <a:cxnLst/>
            <a:rect l="l" t="t" r="r" b="b"/>
            <a:pathLst>
              <a:path w="618430" h="1057144">
                <a:moveTo>
                  <a:pt x="618430" y="0"/>
                </a:moveTo>
                <a:lnTo>
                  <a:pt x="0" y="0"/>
                </a:lnTo>
                <a:lnTo>
                  <a:pt x="0" y="1057144"/>
                </a:lnTo>
                <a:lnTo>
                  <a:pt x="618430" y="1057144"/>
                </a:lnTo>
                <a:lnTo>
                  <a:pt x="61843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7515085">
            <a:off x="9052508" y="610260"/>
            <a:ext cx="619992" cy="1059816"/>
          </a:xfrm>
          <a:custGeom>
            <a:avLst/>
            <a:gdLst/>
            <a:ahLst/>
            <a:cxnLst/>
            <a:rect l="l" t="t" r="r" b="b"/>
            <a:pathLst>
              <a:path w="619992" h="1059816">
                <a:moveTo>
                  <a:pt x="0" y="0"/>
                </a:moveTo>
                <a:lnTo>
                  <a:pt x="619992" y="0"/>
                </a:lnTo>
                <a:lnTo>
                  <a:pt x="619992" y="1059815"/>
                </a:lnTo>
                <a:lnTo>
                  <a:pt x="0" y="1059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flipH="1">
            <a:off x="-800100" y="5427277"/>
            <a:ext cx="4507168" cy="4638572"/>
          </a:xfrm>
          <a:custGeom>
            <a:avLst/>
            <a:gdLst/>
            <a:ahLst/>
            <a:cxnLst/>
            <a:rect l="l" t="t" r="r" b="b"/>
            <a:pathLst>
              <a:path w="4507168" h="4638572">
                <a:moveTo>
                  <a:pt x="4507168" y="0"/>
                </a:moveTo>
                <a:lnTo>
                  <a:pt x="0" y="0"/>
                </a:lnTo>
                <a:lnTo>
                  <a:pt x="0" y="4638573"/>
                </a:lnTo>
                <a:lnTo>
                  <a:pt x="4507168" y="4638573"/>
                </a:lnTo>
                <a:lnTo>
                  <a:pt x="4507168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 rot="6405914" flipH="1">
            <a:off x="7544967" y="8553617"/>
            <a:ext cx="824479" cy="1409366"/>
          </a:xfrm>
          <a:custGeom>
            <a:avLst/>
            <a:gdLst/>
            <a:ahLst/>
            <a:cxnLst/>
            <a:rect l="l" t="t" r="r" b="b"/>
            <a:pathLst>
              <a:path w="824479" h="1409366">
                <a:moveTo>
                  <a:pt x="824479" y="0"/>
                </a:moveTo>
                <a:lnTo>
                  <a:pt x="0" y="0"/>
                </a:lnTo>
                <a:lnTo>
                  <a:pt x="0" y="1409366"/>
                </a:lnTo>
                <a:lnTo>
                  <a:pt x="824479" y="1409366"/>
                </a:lnTo>
                <a:lnTo>
                  <a:pt x="824479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3240684" y="8932196"/>
            <a:ext cx="3264448" cy="1133654"/>
          </a:xfrm>
          <a:custGeom>
            <a:avLst/>
            <a:gdLst/>
            <a:ahLst/>
            <a:cxnLst/>
            <a:rect l="l" t="t" r="r" b="b"/>
            <a:pathLst>
              <a:path w="3264448" h="1133654">
                <a:moveTo>
                  <a:pt x="0" y="0"/>
                </a:moveTo>
                <a:lnTo>
                  <a:pt x="3264448" y="0"/>
                </a:lnTo>
                <a:lnTo>
                  <a:pt x="3264448" y="1133654"/>
                </a:lnTo>
                <a:lnTo>
                  <a:pt x="0" y="1133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 flipH="1">
            <a:off x="10548866" y="581172"/>
            <a:ext cx="2516614" cy="873951"/>
          </a:xfrm>
          <a:custGeom>
            <a:avLst/>
            <a:gdLst/>
            <a:ahLst/>
            <a:cxnLst/>
            <a:rect l="l" t="t" r="r" b="b"/>
            <a:pathLst>
              <a:path w="2516614" h="873951">
                <a:moveTo>
                  <a:pt x="2516614" y="0"/>
                </a:moveTo>
                <a:lnTo>
                  <a:pt x="0" y="0"/>
                </a:lnTo>
                <a:lnTo>
                  <a:pt x="0" y="873951"/>
                </a:lnTo>
                <a:lnTo>
                  <a:pt x="2516614" y="873951"/>
                </a:lnTo>
                <a:lnTo>
                  <a:pt x="251661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4018125" y="3513661"/>
            <a:ext cx="10251750" cy="374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07"/>
              </a:lnSpc>
            </a:pPr>
            <a:r>
              <a:rPr lang="en-US" sz="16031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THANK</a:t>
            </a:r>
          </a:p>
          <a:p>
            <a:pPr algn="ctr">
              <a:lnSpc>
                <a:spcPts val="14107"/>
              </a:lnSpc>
            </a:pPr>
            <a:r>
              <a:rPr lang="en-US" sz="16031">
                <a:solidFill>
                  <a:srgbClr val="566D42"/>
                </a:solidFill>
                <a:latin typeface="Baloo Chettan"/>
                <a:ea typeface="Baloo Chettan"/>
                <a:cs typeface="Baloo Chettan"/>
                <a:sym typeface="Baloo Chettan"/>
              </a:rPr>
              <a:t>YOU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016AB4-506E-3517-A4FE-EBF2253915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6855" y="6447726"/>
            <a:ext cx="3579517" cy="3494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781</Words>
  <Application>Microsoft Office PowerPoint</Application>
  <PresentationFormat>Custom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Times New Roman</vt:lpstr>
      <vt:lpstr>IBM Plex Sans Thai</vt:lpstr>
      <vt:lpstr>Calibri</vt:lpstr>
      <vt:lpstr>Arial</vt:lpstr>
      <vt:lpstr>Baloo Chettan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Sustainable Waste Management Group Project Presentation</dc:title>
  <dc:creator>VICTUS</dc:creator>
  <cp:lastModifiedBy>Aakanksha Yadav</cp:lastModifiedBy>
  <cp:revision>8</cp:revision>
  <dcterms:created xsi:type="dcterms:W3CDTF">2006-08-16T00:00:00Z</dcterms:created>
  <dcterms:modified xsi:type="dcterms:W3CDTF">2026-05-02T10:22:14Z</dcterms:modified>
  <dc:identifier>DAHITeEPZI8</dc:identifier>
</cp:coreProperties>
</file>